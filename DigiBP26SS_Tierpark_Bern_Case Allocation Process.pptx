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6"/>
  </p:notesMasterIdLst>
  <p:handoutMasterIdLst>
    <p:handoutMasterId r:id="rId17"/>
  </p:handoutMasterIdLst>
  <p:sldIdLst>
    <p:sldId id="301" r:id="rId5"/>
    <p:sldId id="257" r:id="rId6"/>
    <p:sldId id="258" r:id="rId7"/>
    <p:sldId id="259" r:id="rId8"/>
    <p:sldId id="260" r:id="rId9"/>
    <p:sldId id="310" r:id="rId10"/>
    <p:sldId id="264" r:id="rId11"/>
    <p:sldId id="262" r:id="rId12"/>
    <p:sldId id="268" r:id="rId13"/>
    <p:sldId id="269" r:id="rId14"/>
    <p:sldId id="309" r:id="rId1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DE70E"/>
    <a:srgbClr val="F1F3F3"/>
    <a:srgbClr val="E5EAE9"/>
    <a:srgbClr val="E1DBD5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88FDD6-6D6E-C600-B429-27A93D20BDDA}" v="4" dt="2026-05-27T17:20:47.278"/>
    <p1510:client id="{C6EC72DC-2DE3-52B6-84C4-AE285DC5CE9A}" v="2" dt="2026-05-27T16:34:29.520"/>
  </p1510:revLst>
</p1510:revInfo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dric Iseli (s)" userId="54a3d19c-8826-4064-97cc-db82ba8f59cd" providerId="ADAL" clId="{C85809D0-7460-44B3-9F3F-5C21B1B871DA}"/>
    <pc:docChg chg="custSel addSld modSld">
      <pc:chgData name="Cedric Iseli (s)" userId="54a3d19c-8826-4064-97cc-db82ba8f59cd" providerId="ADAL" clId="{C85809D0-7460-44B3-9F3F-5C21B1B871DA}" dt="2026-05-27T09:25:06.403" v="28" actId="729"/>
      <pc:docMkLst>
        <pc:docMk/>
      </pc:docMkLst>
      <pc:sldChg chg="mod modShow">
        <pc:chgData name="Cedric Iseli (s)" userId="54a3d19c-8826-4064-97cc-db82ba8f59cd" providerId="ADAL" clId="{C85809D0-7460-44B3-9F3F-5C21B1B871DA}" dt="2026-05-27T09:24:52.063" v="27" actId="729"/>
        <pc:sldMkLst>
          <pc:docMk/>
          <pc:sldMk cId="0" sldId="262"/>
        </pc:sldMkLst>
      </pc:sldChg>
      <pc:sldChg chg="mod modShow">
        <pc:chgData name="Cedric Iseli (s)" userId="54a3d19c-8826-4064-97cc-db82ba8f59cd" providerId="ADAL" clId="{C85809D0-7460-44B3-9F3F-5C21B1B871DA}" dt="2026-05-27T09:25:06.403" v="28" actId="729"/>
        <pc:sldMkLst>
          <pc:docMk/>
          <pc:sldMk cId="0" sldId="268"/>
        </pc:sldMkLst>
      </pc:sldChg>
      <pc:sldChg chg="addSp delSp modSp new mod">
        <pc:chgData name="Cedric Iseli (s)" userId="54a3d19c-8826-4064-97cc-db82ba8f59cd" providerId="ADAL" clId="{C85809D0-7460-44B3-9F3F-5C21B1B871DA}" dt="2026-05-27T09:24:40.066" v="26" actId="478"/>
        <pc:sldMkLst>
          <pc:docMk/>
          <pc:sldMk cId="3727343072" sldId="310"/>
        </pc:sldMkLst>
        <pc:spChg chg="add mod">
          <ac:chgData name="Cedric Iseli (s)" userId="54a3d19c-8826-4064-97cc-db82ba8f59cd" providerId="ADAL" clId="{C85809D0-7460-44B3-9F3F-5C21B1B871DA}" dt="2026-05-27T09:21:55.981" v="17" actId="20577"/>
          <ac:spMkLst>
            <pc:docMk/>
            <pc:sldMk cId="3727343072" sldId="310"/>
            <ac:spMk id="2" creationId="{0E750F9C-42FE-1CC6-8249-7A0BBD606FFE}"/>
          </ac:spMkLst>
        </pc:spChg>
        <pc:spChg chg="add del mod">
          <ac:chgData name="Cedric Iseli (s)" userId="54a3d19c-8826-4064-97cc-db82ba8f59cd" providerId="ADAL" clId="{C85809D0-7460-44B3-9F3F-5C21B1B871DA}" dt="2026-05-27T09:24:40.066" v="26" actId="478"/>
          <ac:spMkLst>
            <pc:docMk/>
            <pc:sldMk cId="3727343072" sldId="310"/>
            <ac:spMk id="3" creationId="{4F328100-4836-D8C3-8AD3-C48EA417720A}"/>
          </ac:spMkLst>
        </pc:spChg>
        <pc:picChg chg="add mod">
          <ac:chgData name="Cedric Iseli (s)" userId="54a3d19c-8826-4064-97cc-db82ba8f59cd" providerId="ADAL" clId="{C85809D0-7460-44B3-9F3F-5C21B1B871DA}" dt="2026-05-27T09:21:18.870" v="6" actId="1076"/>
          <ac:picMkLst>
            <pc:docMk/>
            <pc:sldMk cId="3727343072" sldId="310"/>
            <ac:picMk id="1026" creationId="{87B28682-32C8-2EBB-5F40-0526F98B0D8D}"/>
          </ac:picMkLst>
        </pc:picChg>
      </pc:sldChg>
    </pc:docChg>
  </pc:docChgLst>
  <pc:docChgLst>
    <pc:chgData name="Cedric Iseli (s)" userId="S::cedric.iseli@students.fhnw.ch::54a3d19c-8826-4064-97cc-db82ba8f59cd" providerId="AD" clId="Web-{C6EC72DC-2DE3-52B6-84C4-AE285DC5CE9A}"/>
    <pc:docChg chg="modSld sldOrd">
      <pc:chgData name="Cedric Iseli (s)" userId="S::cedric.iseli@students.fhnw.ch::54a3d19c-8826-4064-97cc-db82ba8f59cd" providerId="AD" clId="Web-{C6EC72DC-2DE3-52B6-84C4-AE285DC5CE9A}" dt="2026-05-27T16:34:29.520" v="1"/>
      <pc:docMkLst>
        <pc:docMk/>
      </pc:docMkLst>
      <pc:sldChg chg="mod modShow">
        <pc:chgData name="Cedric Iseli (s)" userId="S::cedric.iseli@students.fhnw.ch::54a3d19c-8826-4064-97cc-db82ba8f59cd" providerId="AD" clId="Web-{C6EC72DC-2DE3-52B6-84C4-AE285DC5CE9A}" dt="2026-05-27T16:34:29.520" v="1"/>
        <pc:sldMkLst>
          <pc:docMk/>
          <pc:sldMk cId="0" sldId="269"/>
        </pc:sldMkLst>
      </pc:sldChg>
      <pc:sldChg chg="ord">
        <pc:chgData name="Cedric Iseli (s)" userId="S::cedric.iseli@students.fhnw.ch::54a3d19c-8826-4064-97cc-db82ba8f59cd" providerId="AD" clId="Web-{C6EC72DC-2DE3-52B6-84C4-AE285DC5CE9A}" dt="2026-05-27T16:24:12.146" v="0"/>
        <pc:sldMkLst>
          <pc:docMk/>
          <pc:sldMk cId="3727343072" sldId="310"/>
        </pc:sldMkLst>
      </pc:sldChg>
    </pc:docChg>
  </pc:docChgLst>
  <pc:docChgLst>
    <pc:chgData name="Shakunthala Reddy Patlolla (s)" userId="S::shakunthalareddy.patlolla@students.fhnw.ch::3d396b46-4104-4d0b-839c-369486e67701" providerId="AD" clId="Web-{AB822569-1612-DE8F-9B3A-98C57128D0FE}"/>
    <pc:docChg chg="addSld delSld modSld sldOrd">
      <pc:chgData name="Shakunthala Reddy Patlolla (s)" userId="S::shakunthalareddy.patlolla@students.fhnw.ch::3d396b46-4104-4d0b-839c-369486e67701" providerId="AD" clId="Web-{AB822569-1612-DE8F-9B3A-98C57128D0FE}" dt="2026-05-25T21:45:49.093" v="720" actId="20577"/>
      <pc:docMkLst>
        <pc:docMk/>
      </pc:docMkLst>
      <pc:sldChg chg="addSp delSp modSp add mod setBg">
        <pc:chgData name="Shakunthala Reddy Patlolla (s)" userId="S::shakunthalareddy.patlolla@students.fhnw.ch::3d396b46-4104-4d0b-839c-369486e67701" providerId="AD" clId="Web-{AB822569-1612-DE8F-9B3A-98C57128D0FE}" dt="2026-05-25T21:45:49.093" v="720" actId="20577"/>
        <pc:sldMkLst>
          <pc:docMk/>
          <pc:sldMk cId="0" sldId="257"/>
        </pc:sldMkLst>
        <pc:spChg chg="mod">
          <ac:chgData name="Shakunthala Reddy Patlolla (s)" userId="S::shakunthalareddy.patlolla@students.fhnw.ch::3d396b46-4104-4d0b-839c-369486e67701" providerId="AD" clId="Web-{AB822569-1612-DE8F-9B3A-98C57128D0FE}" dt="2026-05-25T21:33:08" v="643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1:45:15.702" v="718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1:45:34.703" v="719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1:45:49.093" v="720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0:26:53.875" v="355" actId="20577"/>
          <ac:spMkLst>
            <pc:docMk/>
            <pc:sldMk cId="0" sldId="257"/>
            <ac:spMk id="20" creationId="{00000000-0000-0000-0000-000000000000}"/>
          </ac:spMkLst>
        </pc:spChg>
        <pc:spChg chg="add mod">
          <ac:chgData name="Shakunthala Reddy Patlolla (s)" userId="S::shakunthalareddy.patlolla@students.fhnw.ch::3d396b46-4104-4d0b-839c-369486e67701" providerId="AD" clId="Web-{AB822569-1612-DE8F-9B3A-98C57128D0FE}" dt="2026-05-25T19:50:05.402" v="189" actId="1076"/>
          <ac:spMkLst>
            <pc:docMk/>
            <pc:sldMk cId="0" sldId="257"/>
            <ac:spMk id="22" creationId="{DB7534E2-2E7A-A8A2-FF32-7F1FC3E6F72F}"/>
          </ac:spMkLst>
        </pc:spChg>
        <pc:spChg chg="add mod">
          <ac:chgData name="Shakunthala Reddy Patlolla (s)" userId="S::shakunthalareddy.patlolla@students.fhnw.ch::3d396b46-4104-4d0b-839c-369486e67701" providerId="AD" clId="Web-{AB822569-1612-DE8F-9B3A-98C57128D0FE}" dt="2026-05-25T19:51:35.763" v="201" actId="14100"/>
          <ac:spMkLst>
            <pc:docMk/>
            <pc:sldMk cId="0" sldId="257"/>
            <ac:spMk id="23" creationId="{2A76AE65-E30C-2172-78BE-78B0048610CE}"/>
          </ac:spMkLst>
        </pc:spChg>
      </pc:sldChg>
      <pc:sldChg chg="addSp delSp modSp add">
        <pc:chgData name="Shakunthala Reddy Patlolla (s)" userId="S::shakunthalareddy.patlolla@students.fhnw.ch::3d396b46-4104-4d0b-839c-369486e67701" providerId="AD" clId="Web-{AB822569-1612-DE8F-9B3A-98C57128D0FE}" dt="2026-05-25T21:01:26.066" v="533" actId="20577"/>
        <pc:sldMkLst>
          <pc:docMk/>
          <pc:sldMk cId="0" sldId="258"/>
        </pc:sldMkLst>
        <pc:spChg chg="mod">
          <ac:chgData name="Shakunthala Reddy Patlolla (s)" userId="S::shakunthalareddy.patlolla@students.fhnw.ch::3d396b46-4104-4d0b-839c-369486e67701" providerId="AD" clId="Web-{AB822569-1612-DE8F-9B3A-98C57128D0FE}" dt="2026-05-25T19:58:52.456" v="217" actId="20577"/>
          <ac:spMkLst>
            <pc:docMk/>
            <pc:sldMk cId="0" sldId="258"/>
            <ac:spMk id="4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0:52:47.935" v="520" actId="20577"/>
          <ac:spMkLst>
            <pc:docMk/>
            <pc:sldMk cId="0" sldId="258"/>
            <ac:spMk id="6" creationId="{00000000-0000-0000-0000-000000000000}"/>
          </ac:spMkLst>
        </pc:spChg>
        <pc:spChg chg="add del mod">
          <ac:chgData name="Shakunthala Reddy Patlolla (s)" userId="S::shakunthalareddy.patlolla@students.fhnw.ch::3d396b46-4104-4d0b-839c-369486e67701" providerId="AD" clId="Web-{AB822569-1612-DE8F-9B3A-98C57128D0FE}" dt="2026-05-25T21:01:26.066" v="533" actId="2057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0:48:39.958" v="491" actId="1076"/>
          <ac:spMkLst>
            <pc:docMk/>
            <pc:sldMk cId="0" sldId="258"/>
            <ac:spMk id="11" creationId="{00000000-0000-0000-0000-000000000000}"/>
          </ac:spMkLst>
        </pc:spChg>
        <pc:picChg chg="add mod">
          <ac:chgData name="Shakunthala Reddy Patlolla (s)" userId="S::shakunthalareddy.patlolla@students.fhnw.ch::3d396b46-4104-4d0b-839c-369486e67701" providerId="AD" clId="Web-{AB822569-1612-DE8F-9B3A-98C57128D0FE}" dt="2026-05-25T21:00:37.487" v="530" actId="14100"/>
          <ac:picMkLst>
            <pc:docMk/>
            <pc:sldMk cId="0" sldId="258"/>
            <ac:picMk id="14" creationId="{6B685A1C-6B26-1760-B226-9A63C3131D27}"/>
          </ac:picMkLst>
        </pc:picChg>
      </pc:sldChg>
      <pc:sldChg chg="delSp modSp add">
        <pc:chgData name="Shakunthala Reddy Patlolla (s)" userId="S::shakunthalareddy.patlolla@students.fhnw.ch::3d396b46-4104-4d0b-839c-369486e67701" providerId="AD" clId="Web-{AB822569-1612-DE8F-9B3A-98C57128D0FE}" dt="2026-05-25T20:28:26.563" v="373" actId="20577"/>
        <pc:sldMkLst>
          <pc:docMk/>
          <pc:sldMk cId="0" sldId="259"/>
        </pc:sldMkLst>
        <pc:spChg chg="mod">
          <ac:chgData name="Shakunthala Reddy Patlolla (s)" userId="S::shakunthalareddy.patlolla@students.fhnw.ch::3d396b46-4104-4d0b-839c-369486e67701" providerId="AD" clId="Web-{AB822569-1612-DE8F-9B3A-98C57128D0FE}" dt="2026-05-25T20:28:07.235" v="359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19:32:33.512" v="135" actId="205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0:28:26.563" v="373" actId="20577"/>
          <ac:spMkLst>
            <pc:docMk/>
            <pc:sldMk cId="0" sldId="259"/>
            <ac:spMk id="23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19:33:29.341" v="177" actId="20577"/>
          <ac:spMkLst>
            <pc:docMk/>
            <pc:sldMk cId="0" sldId="259"/>
            <ac:spMk id="27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19:33:14.372" v="162" actId="2057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19:31:25.183" v="100" actId="107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19:31:41.558" v="101" actId="14100"/>
          <ac:spMkLst>
            <pc:docMk/>
            <pc:sldMk cId="0" sldId="259"/>
            <ac:spMk id="31" creationId="{00000000-0000-0000-0000-000000000000}"/>
          </ac:spMkLst>
        </pc:spChg>
      </pc:sldChg>
      <pc:sldChg chg="modSp">
        <pc:chgData name="Shakunthala Reddy Patlolla (s)" userId="S::shakunthalareddy.patlolla@students.fhnw.ch::3d396b46-4104-4d0b-839c-369486e67701" providerId="AD" clId="Web-{AB822569-1612-DE8F-9B3A-98C57128D0FE}" dt="2026-05-25T20:38:09.014" v="454" actId="20577"/>
        <pc:sldMkLst>
          <pc:docMk/>
          <pc:sldMk cId="0" sldId="260"/>
        </pc:sldMkLst>
        <pc:spChg chg="mod">
          <ac:chgData name="Shakunthala Reddy Patlolla (s)" userId="S::shakunthalareddy.patlolla@students.fhnw.ch::3d396b46-4104-4d0b-839c-369486e67701" providerId="AD" clId="Web-{AB822569-1612-DE8F-9B3A-98C57128D0FE}" dt="2026-05-25T20:29:19.627" v="382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0:33:52.989" v="397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0:34:36.240" v="415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0:36:34.060" v="440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0:37:33.467" v="448" actId="2057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0:38:09.014" v="454" actId="20577"/>
          <ac:spMkLst>
            <pc:docMk/>
            <pc:sldMk cId="0" sldId="260"/>
            <ac:spMk id="29" creationId="{00000000-0000-0000-0000-000000000000}"/>
          </ac:spMkLst>
        </pc:spChg>
      </pc:sldChg>
      <pc:sldChg chg="delSp modSp add mod setBg">
        <pc:chgData name="Shakunthala Reddy Patlolla (s)" userId="S::shakunthalareddy.patlolla@students.fhnw.ch::3d396b46-4104-4d0b-839c-369486e67701" providerId="AD" clId="Web-{AB822569-1612-DE8F-9B3A-98C57128D0FE}" dt="2026-05-25T21:18:54.927" v="593"/>
        <pc:sldMkLst>
          <pc:docMk/>
          <pc:sldMk cId="0" sldId="262"/>
        </pc:sldMkLst>
      </pc:sldChg>
      <pc:sldChg chg="addSp modSp ord">
        <pc:chgData name="Shakunthala Reddy Patlolla (s)" userId="S::shakunthalareddy.patlolla@students.fhnw.ch::3d396b46-4104-4d0b-839c-369486e67701" providerId="AD" clId="Web-{AB822569-1612-DE8F-9B3A-98C57128D0FE}" dt="2026-05-25T21:36:23.316" v="656" actId="20577"/>
        <pc:sldMkLst>
          <pc:docMk/>
          <pc:sldMk cId="0" sldId="264"/>
        </pc:sldMkLst>
        <pc:spChg chg="add mod">
          <ac:chgData name="Shakunthala Reddy Patlolla (s)" userId="S::shakunthalareddy.patlolla@students.fhnw.ch::3d396b46-4104-4d0b-839c-369486e67701" providerId="AD" clId="Web-{AB822569-1612-DE8F-9B3A-98C57128D0FE}" dt="2026-05-25T21:36:23.316" v="656" actId="20577"/>
          <ac:spMkLst>
            <pc:docMk/>
            <pc:sldMk cId="0" sldId="264"/>
            <ac:spMk id="3" creationId="{C181E80C-FA29-FDE8-1DDB-1F1D998837BB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1:35:23.393" v="649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0:39:58.641" v="459" actId="1076"/>
          <ac:spMkLst>
            <pc:docMk/>
            <pc:sldMk cId="0" sldId="264"/>
            <ac:spMk id="30" creationId="{15AA8EAA-34EE-8E2B-5DDD-6C5CFE41587E}"/>
          </ac:spMkLst>
        </pc:spChg>
        <pc:grpChg chg="add mod">
          <ac:chgData name="Shakunthala Reddy Patlolla (s)" userId="S::shakunthalareddy.patlolla@students.fhnw.ch::3d396b46-4104-4d0b-839c-369486e67701" providerId="AD" clId="Web-{AB822569-1612-DE8F-9B3A-98C57128D0FE}" dt="2026-05-25T21:35:09.581" v="647" actId="1076"/>
          <ac:grpSpMkLst>
            <pc:docMk/>
            <pc:sldMk cId="0" sldId="264"/>
            <ac:grpSpMk id="2" creationId="{26874409-277D-D7AE-0A4C-CCDE61E6FE5F}"/>
          </ac:grpSpMkLst>
        </pc:grpChg>
      </pc:sldChg>
      <pc:sldChg chg="delSp modSp add mod setBg">
        <pc:chgData name="Shakunthala Reddy Patlolla (s)" userId="S::shakunthalareddy.patlolla@students.fhnw.ch::3d396b46-4104-4d0b-839c-369486e67701" providerId="AD" clId="Web-{AB822569-1612-DE8F-9B3A-98C57128D0FE}" dt="2026-05-25T21:29:50.248" v="633" actId="20577"/>
        <pc:sldMkLst>
          <pc:docMk/>
          <pc:sldMk cId="0" sldId="268"/>
        </pc:sldMkLst>
        <pc:spChg chg="mod">
          <ac:chgData name="Shakunthala Reddy Patlolla (s)" userId="S::shakunthalareddy.patlolla@students.fhnw.ch::3d396b46-4104-4d0b-839c-369486e67701" providerId="AD" clId="Web-{AB822569-1612-DE8F-9B3A-98C57128D0FE}" dt="2026-05-25T21:29:50.248" v="633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1:29:24.560" v="631" actId="20577"/>
          <ac:spMkLst>
            <pc:docMk/>
            <pc:sldMk cId="0" sldId="268"/>
            <ac:spMk id="6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1:12:59.470" v="573" actId="20577"/>
          <ac:spMkLst>
            <pc:docMk/>
            <pc:sldMk cId="0" sldId="268"/>
            <ac:spMk id="7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1:19:29.521" v="598" actId="20577"/>
          <ac:spMkLst>
            <pc:docMk/>
            <pc:sldMk cId="0" sldId="268"/>
            <ac:spMk id="10" creationId="{00000000-0000-0000-0000-000000000000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1:12:54.954" v="571" actId="20577"/>
          <ac:spMkLst>
            <pc:docMk/>
            <pc:sldMk cId="0" sldId="268"/>
            <ac:spMk id="11" creationId="{00000000-0000-0000-0000-000000000000}"/>
          </ac:spMkLst>
        </pc:spChg>
      </pc:sldChg>
      <pc:sldChg chg="modSp ord">
        <pc:chgData name="Shakunthala Reddy Patlolla (s)" userId="S::shakunthalareddy.patlolla@students.fhnw.ch::3d396b46-4104-4d0b-839c-369486e67701" providerId="AD" clId="Web-{AB822569-1612-DE8F-9B3A-98C57128D0FE}" dt="2026-05-25T20:47:15.988" v="487"/>
        <pc:sldMkLst>
          <pc:docMk/>
          <pc:sldMk cId="0" sldId="269"/>
        </pc:sldMkLst>
        <pc:spChg chg="mod">
          <ac:chgData name="Shakunthala Reddy Patlolla (s)" userId="S::shakunthalareddy.patlolla@students.fhnw.ch::3d396b46-4104-4d0b-839c-369486e67701" providerId="AD" clId="Web-{AB822569-1612-DE8F-9B3A-98C57128D0FE}" dt="2026-05-25T19:24:10.553" v="36" actId="20577"/>
          <ac:spMkLst>
            <pc:docMk/>
            <pc:sldMk cId="0" sldId="269"/>
            <ac:spMk id="4" creationId="{00000000-0000-0000-0000-000000000000}"/>
          </ac:spMkLst>
        </pc:spChg>
      </pc:sldChg>
      <pc:sldChg chg="addSp delSp modSp">
        <pc:chgData name="Shakunthala Reddy Patlolla (s)" userId="S::shakunthalareddy.patlolla@students.fhnw.ch::3d396b46-4104-4d0b-839c-369486e67701" providerId="AD" clId="Web-{AB822569-1612-DE8F-9B3A-98C57128D0FE}" dt="2026-05-25T21:21:12.304" v="610" actId="20577"/>
        <pc:sldMkLst>
          <pc:docMk/>
          <pc:sldMk cId="1141365241" sldId="301"/>
        </pc:sldMkLst>
        <pc:spChg chg="mod">
          <ac:chgData name="Shakunthala Reddy Patlolla (s)" userId="S::shakunthalareddy.patlolla@students.fhnw.ch::3d396b46-4104-4d0b-839c-369486e67701" providerId="AD" clId="Web-{AB822569-1612-DE8F-9B3A-98C57128D0FE}" dt="2026-05-25T20:22:20.195" v="326" actId="20577"/>
          <ac:spMkLst>
            <pc:docMk/>
            <pc:sldMk cId="1141365241" sldId="301"/>
            <ac:spMk id="2" creationId="{CE59CB72-39A1-92A9-2CA1-DA0AD5FD7076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1:21:12.304" v="610" actId="20577"/>
          <ac:spMkLst>
            <pc:docMk/>
            <pc:sldMk cId="1141365241" sldId="301"/>
            <ac:spMk id="3" creationId="{835D69FE-6C18-D302-A0EB-8DE19AAC7AC7}"/>
          </ac:spMkLst>
        </pc:spChg>
        <pc:picChg chg="add mod">
          <ac:chgData name="Shakunthala Reddy Patlolla (s)" userId="S::shakunthalareddy.patlolla@students.fhnw.ch::3d396b46-4104-4d0b-839c-369486e67701" providerId="AD" clId="Web-{AB822569-1612-DE8F-9B3A-98C57128D0FE}" dt="2026-05-25T21:20:41.991" v="606" actId="1076"/>
          <ac:picMkLst>
            <pc:docMk/>
            <pc:sldMk cId="1141365241" sldId="301"/>
            <ac:picMk id="8" creationId="{D80688F2-61C3-F87D-6BF0-10A3C7A550E8}"/>
          </ac:picMkLst>
        </pc:picChg>
      </pc:sldChg>
      <pc:sldChg chg="addSp delSp modSp mod modClrScheme chgLayout">
        <pc:chgData name="Shakunthala Reddy Patlolla (s)" userId="S::shakunthalareddy.patlolla@students.fhnw.ch::3d396b46-4104-4d0b-839c-369486e67701" providerId="AD" clId="Web-{AB822569-1612-DE8F-9B3A-98C57128D0FE}" dt="2026-05-25T21:43:50.873" v="717" actId="1076"/>
        <pc:sldMkLst>
          <pc:docMk/>
          <pc:sldMk cId="492553953" sldId="309"/>
        </pc:sldMkLst>
        <pc:spChg chg="mod">
          <ac:chgData name="Shakunthala Reddy Patlolla (s)" userId="S::shakunthalareddy.patlolla@students.fhnw.ch::3d396b46-4104-4d0b-839c-369486e67701" providerId="AD" clId="Web-{AB822569-1612-DE8F-9B3A-98C57128D0FE}" dt="2026-05-25T21:38:37.588" v="664"/>
          <ac:spMkLst>
            <pc:docMk/>
            <pc:sldMk cId="492553953" sldId="309"/>
            <ac:spMk id="5" creationId="{03FA4E7E-DBA4-E394-A521-686C385C90CB}"/>
          </ac:spMkLst>
        </pc:spChg>
        <pc:spChg chg="mod">
          <ac:chgData name="Shakunthala Reddy Patlolla (s)" userId="S::shakunthalareddy.patlolla@students.fhnw.ch::3d396b46-4104-4d0b-839c-369486e67701" providerId="AD" clId="Web-{AB822569-1612-DE8F-9B3A-98C57128D0FE}" dt="2026-05-25T21:38:37.588" v="664"/>
          <ac:spMkLst>
            <pc:docMk/>
            <pc:sldMk cId="492553953" sldId="309"/>
            <ac:spMk id="6" creationId="{01B9A1BF-E106-30FE-6685-7D3543B9754E}"/>
          </ac:spMkLst>
        </pc:spChg>
        <pc:spChg chg="mod modVis">
          <ac:chgData name="Shakunthala Reddy Patlolla (s)" userId="S::shakunthalareddy.patlolla@students.fhnw.ch::3d396b46-4104-4d0b-839c-369486e67701" providerId="AD" clId="Web-{AB822569-1612-DE8F-9B3A-98C57128D0FE}" dt="2026-05-25T21:38:37.588" v="664"/>
          <ac:spMkLst>
            <pc:docMk/>
            <pc:sldMk cId="492553953" sldId="309"/>
            <ac:spMk id="7" creationId="{2FE67FF7-5AE3-3D05-5AF5-F9D22C8322B6}"/>
          </ac:spMkLst>
        </pc:spChg>
        <pc:spChg chg="add mod">
          <ac:chgData name="Shakunthala Reddy Patlolla (s)" userId="S::shakunthalareddy.patlolla@students.fhnw.ch::3d396b46-4104-4d0b-839c-369486e67701" providerId="AD" clId="Web-{AB822569-1612-DE8F-9B3A-98C57128D0FE}" dt="2026-05-25T21:43:12.342" v="711" actId="1076"/>
          <ac:spMkLst>
            <pc:docMk/>
            <pc:sldMk cId="492553953" sldId="309"/>
            <ac:spMk id="9" creationId="{3BAE7C82-6C18-E50B-3280-761FE5C298BA}"/>
          </ac:spMkLst>
        </pc:spChg>
        <pc:grpChg chg="add mod">
          <ac:chgData name="Shakunthala Reddy Patlolla (s)" userId="S::shakunthalareddy.patlolla@students.fhnw.ch::3d396b46-4104-4d0b-839c-369486e67701" providerId="AD" clId="Web-{AB822569-1612-DE8F-9B3A-98C57128D0FE}" dt="2026-05-25T21:43:50.873" v="717" actId="1076"/>
          <ac:grpSpMkLst>
            <pc:docMk/>
            <pc:sldMk cId="492553953" sldId="309"/>
            <ac:grpSpMk id="10" creationId="{97E30194-460E-27D8-907E-CAAA4BD63D61}"/>
          </ac:grpSpMkLst>
        </pc:grpChg>
        <pc:picChg chg="add mod modCrop">
          <ac:chgData name="Shakunthala Reddy Patlolla (s)" userId="S::shakunthalareddy.patlolla@students.fhnw.ch::3d396b46-4104-4d0b-839c-369486e67701" providerId="AD" clId="Web-{AB822569-1612-DE8F-9B3A-98C57128D0FE}" dt="2026-05-25T21:42:06.653" v="693" actId="1076"/>
          <ac:picMkLst>
            <pc:docMk/>
            <pc:sldMk cId="492553953" sldId="309"/>
            <ac:picMk id="3" creationId="{80565B83-5610-F2A1-1297-6B171B64ED72}"/>
          </ac:picMkLst>
        </pc:picChg>
      </pc:sldChg>
    </pc:docChg>
  </pc:docChgLst>
  <pc:docChgLst>
    <pc:chgData name="Shakunthala Reddy Patlolla (s)" userId="S::shakunthalareddy.patlolla@students.fhnw.ch::3d396b46-4104-4d0b-839c-369486e67701" providerId="AD" clId="Web-{7288FDD6-6D6E-C600-B429-27A93D20BDDA}"/>
    <pc:docChg chg="modSld modMainMaster">
      <pc:chgData name="Shakunthala Reddy Patlolla (s)" userId="S::shakunthalareddy.patlolla@students.fhnw.ch::3d396b46-4104-4d0b-839c-369486e67701" providerId="AD" clId="Web-{7288FDD6-6D6E-C600-B429-27A93D20BDDA}" dt="2026-05-27T17:20:47.278" v="2"/>
      <pc:docMkLst>
        <pc:docMk/>
      </pc:docMkLst>
      <pc:sldChg chg="addSp delSp modSp 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0" sldId="257"/>
        </pc:sldMkLst>
        <pc:picChg chg="add del mod">
          <ac:chgData name="Shakunthala Reddy Patlolla (s)" userId="S::shakunthalareddy.patlolla@students.fhnw.ch::3d396b46-4104-4d0b-839c-369486e67701" providerId="AD" clId="Web-{7288FDD6-6D6E-C600-B429-27A93D20BDDA}" dt="2026-05-27T17:20:47.278" v="2"/>
          <ac:picMkLst>
            <pc:docMk/>
            <pc:sldMk cId="0" sldId="257"/>
            <ac:picMk id="7" creationId="{00000000-0000-0000-0000-000000000000}"/>
          </ac:picMkLst>
        </pc:picChg>
      </pc:sldChg>
      <pc:sldChg chg="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0" sldId="258"/>
        </pc:sldMkLst>
      </pc:sldChg>
      <pc:sldChg chg="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0" sldId="259"/>
        </pc:sldMkLst>
      </pc:sldChg>
      <pc:sldChg chg="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0" sldId="260"/>
        </pc:sldMkLst>
      </pc:sldChg>
      <pc:sldChg chg="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0" sldId="262"/>
        </pc:sldMkLst>
      </pc:sldChg>
      <pc:sldChg chg="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0" sldId="264"/>
        </pc:sldMkLst>
      </pc:sldChg>
      <pc:sldChg chg="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0" sldId="268"/>
        </pc:sldMkLst>
      </pc:sldChg>
      <pc:sldChg chg="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0" sldId="269"/>
        </pc:sldMkLst>
      </pc:sldChg>
      <pc:sldChg chg="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1141365241" sldId="301"/>
        </pc:sldMkLst>
      </pc:sldChg>
      <pc:sldChg chg="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492553953" sldId="309"/>
        </pc:sldMkLst>
      </pc:sldChg>
      <pc:sldChg chg="mod">
        <pc:chgData name="Shakunthala Reddy Patlolla (s)" userId="S::shakunthalareddy.patlolla@students.fhnw.ch::3d396b46-4104-4d0b-839c-369486e67701" providerId="AD" clId="Web-{7288FDD6-6D6E-C600-B429-27A93D20BDDA}" dt="2026-05-27T17:20:47.278" v="2"/>
        <pc:sldMkLst>
          <pc:docMk/>
          <pc:sldMk cId="3727343072" sldId="310"/>
        </pc:sldMkLst>
      </pc:sldChg>
      <pc:sldMasterChg chg="mod setBg modSldLayout">
        <pc:chgData name="Shakunthala Reddy Patlolla (s)" userId="S::shakunthalareddy.patlolla@students.fhnw.ch::3d396b46-4104-4d0b-839c-369486e67701" providerId="AD" clId="Web-{7288FDD6-6D6E-C600-B429-27A93D20BDDA}" dt="2026-05-27T17:20:47.278" v="2"/>
        <pc:sldMasterMkLst>
          <pc:docMk/>
          <pc:sldMasterMk cId="1011663896" sldId="2147483657"/>
        </pc:sldMasterMkLst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3891886669" sldId="2147483658"/>
          </pc:sldLayoutMkLst>
        </pc:sldLayoutChg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479570455" sldId="2147483659"/>
          </pc:sldLayoutMkLst>
        </pc:sldLayoutChg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3318625855" sldId="2147483661"/>
          </pc:sldLayoutMkLst>
        </pc:sldLayoutChg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3837984409" sldId="2147483663"/>
          </pc:sldLayoutMkLst>
        </pc:sldLayoutChg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4005446144" sldId="2147483664"/>
          </pc:sldLayoutMkLst>
        </pc:sldLayoutChg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2451753805" sldId="2147483665"/>
          </pc:sldLayoutMkLst>
        </pc:sldLayoutChg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2118142030" sldId="2147483667"/>
          </pc:sldLayoutMkLst>
        </pc:sldLayoutChg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1798374538" sldId="2147483668"/>
          </pc:sldLayoutMkLst>
        </pc:sldLayoutChg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3997219957" sldId="2147483669"/>
          </pc:sldLayoutMkLst>
        </pc:sldLayoutChg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2932665666" sldId="2147483670"/>
          </pc:sldLayoutMkLst>
        </pc:sldLayoutChg>
        <pc:sldLayoutChg chg="mod">
          <pc:chgData name="Shakunthala Reddy Patlolla (s)" userId="S::shakunthalareddy.patlolla@students.fhnw.ch::3d396b46-4104-4d0b-839c-369486e67701" providerId="AD" clId="Web-{7288FDD6-6D6E-C600-B429-27A93D20BDDA}" dt="2026-05-27T17:20:47.278" v="2"/>
          <pc:sldLayoutMkLst>
            <pc:docMk/>
            <pc:sldMasterMk cId="1011663896" sldId="2147483657"/>
            <pc:sldLayoutMk cId="3117905666" sldId="2147483671"/>
          </pc:sldLayoutMkLst>
        </pc:sldLayoutChg>
      </pc:sldMasterChg>
    </pc:docChg>
  </pc:docChgLst>
  <pc:docChgLst>
    <pc:chgData name="Shakunthala Reddy Patlolla (s)" userId="S::shakunthalareddy.patlolla@students.fhnw.ch::3d396b46-4104-4d0b-839c-369486e67701" providerId="AD" clId="Web-{883814D5-D43A-53B3-4D32-168ED7330225}"/>
    <pc:docChg chg="addSld modSld">
      <pc:chgData name="Shakunthala Reddy Patlolla (s)" userId="S::shakunthalareddy.patlolla@students.fhnw.ch::3d396b46-4104-4d0b-839c-369486e67701" providerId="AD" clId="Web-{883814D5-D43A-53B3-4D32-168ED7330225}" dt="2026-05-25T18:56:30.339" v="8" actId="20577"/>
      <pc:docMkLst>
        <pc:docMk/>
      </pc:docMkLst>
    </pc:docChg>
  </pc:docChgLst>
  <pc:docChgLst>
    <pc:chgData name="Shakunthala Reddy Patlolla (s)" userId="S::shakunthalareddy.patlolla@students.fhnw.ch::3d396b46-4104-4d0b-839c-369486e67701" providerId="AD" clId="Web-{F4E3C9BC-A79F-7D59-7189-65BCE5FF4ACC}"/>
    <pc:docChg chg="modSld">
      <pc:chgData name="Shakunthala Reddy Patlolla (s)" userId="S::shakunthalareddy.patlolla@students.fhnw.ch::3d396b46-4104-4d0b-839c-369486e67701" providerId="AD" clId="Web-{F4E3C9BC-A79F-7D59-7189-65BCE5FF4ACC}" dt="2026-05-25T19:19:00.059" v="3" actId="1410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476672" y="229395"/>
            <a:ext cx="4320480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1200"/>
            </a:lvl1pPr>
          </a:lstStyle>
          <a:p>
            <a:r>
              <a:rPr lang="de-CH" sz="900"/>
              <a:t>Kopfzeilentext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137720" y="229395"/>
            <a:ext cx="1243608" cy="310159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1200"/>
            </a:lvl1pPr>
          </a:lstStyle>
          <a:p>
            <a:fld id="{EEC665CA-D682-48EC-95D2-126FD6449D65}" type="datetime1">
              <a:rPr lang="de-CH" sz="900" smtClean="0"/>
              <a:t>27.05.2026</a:t>
            </a:fld>
            <a:endParaRPr lang="de-CH" sz="9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6672" y="8489144"/>
            <a:ext cx="4320480" cy="331331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de-CH" sz="900"/>
              <a:t>Fusszeilentext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137720" y="8489146"/>
            <a:ext cx="1243608" cy="331329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fld id="{2CEDAA2C-602C-494B-9BFF-F0D7FF14E319}" type="slidenum">
              <a:rPr lang="de-CH" sz="900" smtClean="0"/>
              <a:t>‹#›</a:t>
            </a:fld>
            <a:endParaRPr lang="de-CH" sz="900"/>
          </a:p>
        </p:txBody>
      </p:sp>
    </p:spTree>
    <p:extLst>
      <p:ext uri="{BB962C8B-B14F-4D97-AF65-F5344CB8AC3E}">
        <p14:creationId xmlns:p14="http://schemas.microsoft.com/office/powerpoint/2010/main" val="16250026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lienbildplatzhalter 11"/>
          <p:cNvSpPr>
            <a:spLocks noGrp="1" noRot="1" noChangeAspect="1"/>
          </p:cNvSpPr>
          <p:nvPr>
            <p:ph type="sldImg" idx="2"/>
          </p:nvPr>
        </p:nvSpPr>
        <p:spPr>
          <a:xfrm>
            <a:off x="764704" y="899592"/>
            <a:ext cx="5560412" cy="3127732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4"/>
          </p:nvPr>
        </p:nvSpPr>
        <p:spPr>
          <a:xfrm>
            <a:off x="775244" y="8712000"/>
            <a:ext cx="2230428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/>
            </a:lvl1pPr>
          </a:lstStyle>
          <a:p>
            <a:r>
              <a:rPr lang="de-CH"/>
              <a:t>Fusszeilentext</a:t>
            </a:r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5"/>
          </p:nvPr>
        </p:nvSpPr>
        <p:spPr>
          <a:xfrm>
            <a:off x="5462663" y="8712000"/>
            <a:ext cx="871173" cy="179512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900"/>
            </a:lvl1pPr>
          </a:lstStyle>
          <a:p>
            <a:fld id="{83C81C81-E364-4366-A610-2DB15FF98538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6" name="Notizenplatzhalter 15"/>
          <p:cNvSpPr>
            <a:spLocks noGrp="1"/>
          </p:cNvSpPr>
          <p:nvPr>
            <p:ph type="body" sz="quarter" idx="3"/>
          </p:nvPr>
        </p:nvSpPr>
        <p:spPr>
          <a:xfrm>
            <a:off x="773424" y="4283968"/>
            <a:ext cx="5560412" cy="4248472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7" name="Datumsplatzhalter 16"/>
          <p:cNvSpPr>
            <a:spLocks noGrp="1"/>
          </p:cNvSpPr>
          <p:nvPr>
            <p:ph type="dt" idx="1"/>
          </p:nvPr>
        </p:nvSpPr>
        <p:spPr>
          <a:xfrm>
            <a:off x="4229809" y="425838"/>
            <a:ext cx="2095308" cy="185722"/>
          </a:xfrm>
          <a:prstGeom prst="rect">
            <a:avLst/>
          </a:prstGeom>
        </p:spPr>
        <p:txBody>
          <a:bodyPr vert="horz" lIns="0" tIns="0" rIns="0" bIns="0" rtlCol="0"/>
          <a:lstStyle>
            <a:lvl1pPr algn="r">
              <a:defRPr sz="900"/>
            </a:lvl1pPr>
          </a:lstStyle>
          <a:p>
            <a:fld id="{A17AAF7D-4283-4014-80F4-26E915FEACF8}" type="datetime1">
              <a:rPr lang="de-CH" smtClean="0"/>
              <a:t>27.05.2026</a:t>
            </a:fld>
            <a:endParaRPr lang="de-CH"/>
          </a:p>
        </p:txBody>
      </p:sp>
      <p:sp>
        <p:nvSpPr>
          <p:cNvPr id="18" name="Kopfzeilenplatzhalter 17"/>
          <p:cNvSpPr>
            <a:spLocks noGrp="1"/>
          </p:cNvSpPr>
          <p:nvPr>
            <p:ph type="hdr" sz="quarter"/>
          </p:nvPr>
        </p:nvSpPr>
        <p:spPr>
          <a:xfrm>
            <a:off x="764704" y="432000"/>
            <a:ext cx="3249080" cy="179560"/>
          </a:xfrm>
          <a:prstGeom prst="rect">
            <a:avLst/>
          </a:prstGeom>
        </p:spPr>
        <p:txBody>
          <a:bodyPr vert="horz" lIns="0" tIns="0" rIns="0" bIns="0" rtlCol="0"/>
          <a:lstStyle>
            <a:lvl1pPr algn="l">
              <a:defRPr sz="900"/>
            </a:lvl1pPr>
          </a:lstStyle>
          <a:p>
            <a:r>
              <a:rPr lang="de-CH"/>
              <a:t>Kopfzeilentext</a:t>
            </a:r>
          </a:p>
        </p:txBody>
      </p:sp>
    </p:spTree>
    <p:extLst>
      <p:ext uri="{BB962C8B-B14F-4D97-AF65-F5344CB8AC3E}">
        <p14:creationId xmlns:p14="http://schemas.microsoft.com/office/powerpoint/2010/main" val="31170970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spcAft>
        <a:spcPts val="600"/>
      </a:spcAft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177800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357188" indent="-17938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534988" indent="-177800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720725" indent="-185738" algn="l" defTabSz="914400" rtl="0" eaLnBrk="1" latinLnBrk="0" hangingPunct="1">
      <a:spcAft>
        <a:spcPts val="600"/>
      </a:spcAft>
      <a:buFont typeface="Arial" panose="020B0604020202020204" pitchFamily="34" charset="0"/>
      <a:buChar char="‒"/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project was done in collaboration with Lebensmittel </a:t>
            </a:r>
            <a:r>
              <a:rPr lang="en-US" err="1"/>
              <a:t>Netzwerk</a:t>
            </a:r>
            <a:r>
              <a:rPr lang="en-US"/>
              <a:t> Basel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Which aims to strengthen regional and organic food sourcing in communal catering.</a:t>
            </a:r>
            <a:b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LMN works closely with canteens and regional farms to understand current procurement patterns and explore how more products especially vegetarian and organic can be sourced locally.</a:t>
            </a:r>
            <a:b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support this goal, procurement data was collected from several canteens, covering what products are purchased, in which quantities, at what prices, and from which suppliers.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3883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264D4-1B9A-732A-37A0-73EA9C491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2D7F4-A464-D642-F67C-C107F2157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765175" y="900113"/>
            <a:ext cx="5559425" cy="31273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F0E98-6F84-CDC0-6E3D-5651D8D78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project was done in collaboration with Lebensmittel </a:t>
            </a:r>
            <a:r>
              <a:rPr lang="en-US" err="1"/>
              <a:t>Netzwerk</a:t>
            </a:r>
            <a:r>
              <a:rPr lang="en-US"/>
              <a:t> Basel</a:t>
            </a:r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Which aims to strengthen regional and organic food sourcing in communal catering.</a:t>
            </a:r>
            <a:b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LMN works closely with canteens and regional farms to understand current procurement patterns and explore how more products especially vegetarian and organic can be sourced locally.</a:t>
            </a:r>
            <a:b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1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1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support this goal, procurement data was collected from several canteens, covering what products are purchased, in which quantities, at what prices, and from which suppliers.</a:t>
            </a:r>
            <a:br>
              <a:rPr lang="en-US"/>
            </a:b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F7B09-2D5A-1FB3-DA3F-41DB57492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C81C81-E364-4366-A610-2DB15FF98538}" type="slidenum">
              <a:rPr lang="de-CH" smtClean="0"/>
              <a:pPr/>
              <a:t>11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7695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hteck 10">
            <a:extLst>
              <a:ext uri="{FF2B5EF4-FFF2-40B4-BE49-F238E27FC236}">
                <a16:creationId xmlns:a16="http://schemas.microsoft.com/office/drawing/2014/main" id="{2040BAA5-8ED1-5052-684A-DB6BB56E8FD6}"/>
              </a:ext>
            </a:extLst>
          </p:cNvPr>
          <p:cNvSpPr/>
          <p:nvPr userDrawn="1"/>
        </p:nvSpPr>
        <p:spPr>
          <a:xfrm>
            <a:off x="0" y="846667"/>
            <a:ext cx="6102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2D3C48-FDED-470C-908E-96B5A0DD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8076" y="6223621"/>
            <a:ext cx="2631600" cy="216000"/>
          </a:xfrm>
        </p:spPr>
        <p:txBody>
          <a:bodyPr/>
          <a:lstStyle>
            <a:lvl1pPr>
              <a:defRPr sz="1350"/>
            </a:lvl1pPr>
          </a:lstStyle>
          <a:p>
            <a:r>
              <a:rPr lang="de-DE"/>
              <a:t>16.10.2025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8B2F51-FE27-4B05-A169-62F7E9E3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1569" y="148321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D7C1A0D-0D46-4AD6-A4E0-C34A72CE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2031569" y="148321"/>
            <a:ext cx="360000" cy="36000"/>
          </a:xfrm>
          <a:prstGeom prst="rect">
            <a:avLst/>
          </a:prstGeo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594B6BE9-185E-A88B-41DA-D0D14396ED7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03027" y="850779"/>
            <a:ext cx="5323238" cy="6007221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/>
              <a:t> Ersetzen Sie diesen Platzhalter durch ein Bild </a:t>
            </a:r>
            <a:br>
              <a:rPr lang="de-CH"/>
            </a:br>
            <a:r>
              <a:rPr lang="de-CH"/>
              <a:t>(Grösse und Position beibehalten).</a:t>
            </a:r>
            <a:br>
              <a:rPr lang="de-CH"/>
            </a:br>
            <a:br>
              <a:rPr lang="de-CH"/>
            </a:br>
            <a:r>
              <a:rPr lang="de-CH"/>
              <a:t>Eine Auswahl an FHNW-Bildern finden Sie im </a:t>
            </a:r>
            <a:br>
              <a:rPr lang="de-CH"/>
            </a:br>
            <a:r>
              <a:rPr lang="de-CH"/>
              <a:t>«Content </a:t>
            </a:r>
            <a:r>
              <a:rPr lang="de-CH" err="1"/>
              <a:t>Chooser</a:t>
            </a:r>
            <a:r>
              <a:rPr lang="de-CH"/>
              <a:t>» rechts in PowerPoint </a:t>
            </a:r>
            <a:br>
              <a:rPr lang="de-CH"/>
            </a:br>
            <a:r>
              <a:rPr lang="de-CH"/>
              <a:t>oder unter dem Menüpunkt «Einfügen &gt; Inhalte».</a:t>
            </a:r>
            <a:br>
              <a:rPr lang="de-CH"/>
            </a:br>
            <a:br>
              <a:rPr lang="de-CH"/>
            </a:br>
            <a:r>
              <a:rPr lang="de-CH"/>
              <a:t>Eigene Bilder können Sie durch einen Klick auf das untenstehende Icon einfügen.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287EEC27-B21C-02CA-ECBC-917FAECFBD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8076" y="5229000"/>
            <a:ext cx="5265300" cy="935263"/>
          </a:xfrm>
        </p:spPr>
        <p:txBody>
          <a:bodyPr anchor="b"/>
          <a:lstStyle>
            <a:lvl1pPr marL="0" indent="0">
              <a:buNone/>
              <a:defRPr sz="1350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de-CH" sz="1350"/>
              <a:t>Vorname Name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D6CC97B3-B836-D6D6-7A42-566F071FE55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7368" y="1117240"/>
            <a:ext cx="5265301" cy="1231106"/>
          </a:xfrm>
        </p:spPr>
        <p:txBody>
          <a:bodyPr wrap="square" anchor="t">
            <a:no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de-CH"/>
              <a:t>Titel </a:t>
            </a:r>
            <a:br>
              <a:rPr lang="de-CH"/>
            </a:br>
            <a:r>
              <a:rPr lang="de-CH"/>
              <a:t>hinzufügen</a:t>
            </a:r>
          </a:p>
        </p:txBody>
      </p:sp>
      <p:sp>
        <p:nvSpPr>
          <p:cNvPr id="12" name="Untertitel 2">
            <a:extLst>
              <a:ext uri="{FF2B5EF4-FFF2-40B4-BE49-F238E27FC236}">
                <a16:creationId xmlns:a16="http://schemas.microsoft.com/office/drawing/2014/main" id="{6EFFB021-AEC2-B428-A250-E8A8F84795C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8076" y="2926800"/>
            <a:ext cx="5265300" cy="15102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 b="1">
                <a:latin typeface="+mn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CH" noProof="0"/>
              <a:t>Untertitel </a:t>
            </a:r>
            <a:br>
              <a:rPr lang="de-CH" noProof="0"/>
            </a:br>
            <a:r>
              <a:rPr lang="de-CH" noProof="0"/>
              <a:t>hinzufügen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91886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8075" y="1989138"/>
            <a:ext cx="11013193" cy="4175125"/>
          </a:xfrm>
        </p:spPr>
        <p:txBody>
          <a:bodyPr/>
          <a:lstStyle>
            <a:lvl1pPr>
              <a:defRPr/>
            </a:lvl1pPr>
            <a:lvl3pPr marL="536575" indent="-268288">
              <a:defRPr/>
            </a:lvl3pPr>
          </a:lstStyle>
          <a:p>
            <a:pPr lvl="0"/>
            <a:r>
              <a:rPr lang="de-DE"/>
              <a:t>Inhalt hinzufügen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89AB9197-1220-80BD-481F-90A973E1A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16.10.2025</a:t>
            </a:r>
            <a:endParaRPr lang="de-CH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D173F40-185C-2ADF-A4DC-16363A32C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0A1AFE9-5D1C-2846-D3BD-C3EFFEF9A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79570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B03B558-1909-9EAA-030E-9F4C655318C3}"/>
              </a:ext>
            </a:extLst>
          </p:cNvPr>
          <p:cNvSpPr/>
          <p:nvPr userDrawn="1"/>
        </p:nvSpPr>
        <p:spPr>
          <a:xfrm>
            <a:off x="0" y="846667"/>
            <a:ext cx="11430000" cy="6011333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tlCol="0" anchor="ctr"/>
          <a:lstStyle/>
          <a:p>
            <a:pPr algn="ctr"/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067524"/>
            <a:ext cx="10587038" cy="921613"/>
          </a:xfrm>
        </p:spPr>
        <p:txBody>
          <a:bodyPr/>
          <a:lstStyle>
            <a:lvl1pPr>
              <a:defRPr sz="5850"/>
            </a:lvl1pPr>
          </a:lstStyle>
          <a:p>
            <a:r>
              <a:rPr lang="de-CH"/>
              <a:t>Titel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16.10.2025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12030000" y="162000"/>
            <a:ext cx="360000" cy="36000"/>
          </a:xfrm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1814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>
            <a:lvl1pPr>
              <a:defRPr b="0"/>
            </a:lvl1pPr>
          </a:lstStyle>
          <a:p>
            <a:r>
              <a:rPr lang="de-CH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08075" y="1989138"/>
            <a:ext cx="11013193" cy="4175125"/>
          </a:xfrm>
        </p:spPr>
        <p:txBody>
          <a:bodyPr/>
          <a:lstStyle>
            <a:lvl1pPr marL="270000" indent="-270000">
              <a:buFont typeface="+mj-lt"/>
              <a:buAutoNum type="arabicPeriod"/>
              <a:defRPr sz="2000"/>
            </a:lvl1pPr>
            <a:lvl2pPr marL="540000" indent="-270000">
              <a:buFont typeface="+mj-lt"/>
              <a:buAutoNum type="alphaLcPeriod"/>
              <a:defRPr sz="2000"/>
            </a:lvl2pPr>
            <a:lvl3pPr marL="810000" indent="-270000">
              <a:defRPr sz="2000"/>
            </a:lvl3pPr>
            <a:lvl4pPr marL="1080000" indent="-270000">
              <a:defRPr sz="2000"/>
            </a:lvl4pPr>
            <a:lvl5pPr marL="1350000" indent="-270000">
              <a:defRPr sz="2000"/>
            </a:lvl5pPr>
          </a:lstStyle>
          <a:p>
            <a:pPr lvl="0"/>
            <a:r>
              <a:rPr lang="de-DE"/>
              <a:t>Inhalt hinzufügen</a:t>
            </a:r>
          </a:p>
          <a:p>
            <a:pPr lvl="1"/>
            <a:r>
              <a:rPr lang="de-DE"/>
              <a:t>Zweite </a:t>
            </a:r>
            <a:r>
              <a:rPr lang="de-CH" noProof="0"/>
              <a:t>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E4E3B-B029-4FB4-981D-E15979CD6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16.10.2025</a:t>
            </a:r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A6D9A-857D-4B6F-B977-93015D03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FACFD7-BF65-4DA8-AFDF-1BA2EB68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98374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/>
              <a:t>Titel hinzufügen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>
          <a:xfrm>
            <a:off x="408076" y="1989137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/>
              <a:t>Inhalt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385979" y="1989138"/>
            <a:ext cx="5037671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16.10.2025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18625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30175" y="1170372"/>
            <a:ext cx="5393475" cy="492443"/>
          </a:xfrm>
        </p:spPr>
        <p:txBody>
          <a:bodyPr/>
          <a:lstStyle/>
          <a:p>
            <a:r>
              <a:rPr lang="de-CH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030175" y="1989138"/>
            <a:ext cx="5393475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16.10.2025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Bildplatzhalter 3">
            <a:extLst>
              <a:ext uri="{FF2B5EF4-FFF2-40B4-BE49-F238E27FC236}">
                <a16:creationId xmlns:a16="http://schemas.microsoft.com/office/drawing/2014/main" id="{045B5233-76F3-BDA2-C5F4-340A566D321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2941" y="846001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/>
              <a:t>Ersetzen Sie diesen Platzhalter durch ein Bild </a:t>
            </a:r>
            <a:br>
              <a:rPr lang="de-CH"/>
            </a:br>
            <a:r>
              <a:rPr lang="de-CH"/>
              <a:t>(Grösse und Position beibehalten).</a:t>
            </a:r>
            <a:br>
              <a:rPr lang="de-CH"/>
            </a:br>
            <a:br>
              <a:rPr lang="de-CH"/>
            </a:br>
            <a:r>
              <a:rPr lang="de-CH"/>
              <a:t>Eine Auswahl an FHNW-Bildern finden Sie im </a:t>
            </a:r>
            <a:br>
              <a:rPr lang="de-CH"/>
            </a:br>
            <a:r>
              <a:rPr lang="de-CH"/>
              <a:t>«Content </a:t>
            </a:r>
            <a:r>
              <a:rPr lang="de-CH" err="1"/>
              <a:t>Chooser</a:t>
            </a:r>
            <a:r>
              <a:rPr lang="de-CH"/>
              <a:t>» rechts in PowerPoint </a:t>
            </a:r>
            <a:br>
              <a:rPr lang="de-CH"/>
            </a:br>
            <a:r>
              <a:rPr lang="de-CH"/>
              <a:t>oder unter dem Menüpunkt «Einfügen &gt; Inhalte».</a:t>
            </a:r>
            <a:br>
              <a:rPr lang="de-CH"/>
            </a:br>
            <a:br>
              <a:rPr lang="de-CH"/>
            </a:br>
            <a:r>
              <a:rPr lang="de-CH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399721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5040000" cy="492443"/>
          </a:xfrm>
        </p:spPr>
        <p:txBody>
          <a:bodyPr/>
          <a:lstStyle/>
          <a:p>
            <a:r>
              <a:rPr lang="de-CH"/>
              <a:t>Titel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408076" y="1989138"/>
            <a:ext cx="5040000" cy="41751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CH" noProof="0"/>
              <a:t>Inhalt hinzufügen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CBC3AC7-219E-4C67-AEDA-C67A12A69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16.10.2025</a:t>
            </a:r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782AC2-B1F9-49B1-8F1C-175BF9874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64E7F5-EE66-4CED-8EDA-D78B639D2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8" name="Bildplatzhalter 3">
            <a:extLst>
              <a:ext uri="{FF2B5EF4-FFF2-40B4-BE49-F238E27FC236}">
                <a16:creationId xmlns:a16="http://schemas.microsoft.com/office/drawing/2014/main" id="{BFED3010-9542-8FB4-6B6D-FE485296850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110131" y="846000"/>
            <a:ext cx="53244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/>
              <a:t>Ersetzen Sie diesen Platzhalter durch ein Bild </a:t>
            </a:r>
            <a:br>
              <a:rPr lang="de-CH"/>
            </a:br>
            <a:r>
              <a:rPr lang="de-CH"/>
              <a:t>(Grösse und Position beibehalten).</a:t>
            </a:r>
            <a:br>
              <a:rPr lang="de-CH"/>
            </a:br>
            <a:br>
              <a:rPr lang="de-CH"/>
            </a:br>
            <a:r>
              <a:rPr lang="de-CH"/>
              <a:t>Eine Auswahl an FHNW-Bildern finden Sie im </a:t>
            </a:r>
            <a:br>
              <a:rPr lang="de-CH"/>
            </a:br>
            <a:r>
              <a:rPr lang="de-CH"/>
              <a:t>«Content </a:t>
            </a:r>
            <a:r>
              <a:rPr lang="de-CH" err="1"/>
              <a:t>Chooser</a:t>
            </a:r>
            <a:r>
              <a:rPr lang="de-CH"/>
              <a:t>» rechts in PowerPoint </a:t>
            </a:r>
            <a:br>
              <a:rPr lang="de-CH"/>
            </a:br>
            <a:r>
              <a:rPr lang="de-CH"/>
              <a:t>oder unter dem Menüpunkt «Einfügen &gt; Inhalte».</a:t>
            </a:r>
            <a:br>
              <a:rPr lang="de-CH"/>
            </a:br>
            <a:br>
              <a:rPr lang="de-CH"/>
            </a:br>
            <a:r>
              <a:rPr lang="de-CH"/>
              <a:t>Eigene Bilder können Sie durch einen Klick 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932665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EB216CB-AE9D-4C01-AD48-4B79158751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de-DE"/>
              <a:t>16.10.2025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3E67269-0443-40A6-8D53-CF9C30AE72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FD2179C-3288-47A5-A587-1B7255A2C3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A158FDB-0E1B-74C0-3EFC-E1E947BFEE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846872"/>
            <a:ext cx="11430000" cy="5688000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buNone/>
              <a:defRPr sz="1600" b="0"/>
            </a:lvl1pPr>
          </a:lstStyle>
          <a:p>
            <a:r>
              <a:rPr lang="de-CH"/>
              <a:t> Ersetzen Sie diesen Platzhalter durch ein Bild (Grösse und Position beibehalten).</a:t>
            </a:r>
            <a:br>
              <a:rPr lang="de-CH"/>
            </a:br>
            <a:br>
              <a:rPr lang="de-CH"/>
            </a:br>
            <a:r>
              <a:rPr lang="de-CH"/>
              <a:t>Eine Auswahl an FHNW-Bildern finden Sie im «Content </a:t>
            </a:r>
            <a:r>
              <a:rPr lang="de-CH" err="1"/>
              <a:t>Chooser</a:t>
            </a:r>
            <a:r>
              <a:rPr lang="de-CH"/>
              <a:t>» rechts in PowerPoint </a:t>
            </a:r>
            <a:br>
              <a:rPr lang="de-CH"/>
            </a:br>
            <a:r>
              <a:rPr lang="de-CH"/>
              <a:t>oder unter dem Menüpunkt «Einfügen &gt; Inhalte».</a:t>
            </a:r>
            <a:br>
              <a:rPr lang="de-CH"/>
            </a:br>
            <a:br>
              <a:rPr lang="de-CH"/>
            </a:br>
            <a:r>
              <a:rPr lang="de-CH"/>
              <a:t>Eigene Bilder können Sie durch einen Klick</a:t>
            </a:r>
            <a:br>
              <a:rPr lang="de-CH"/>
            </a:br>
            <a:r>
              <a:rPr lang="de-CH"/>
              <a:t>auf das untenstehende Icon einfügen.</a:t>
            </a:r>
          </a:p>
        </p:txBody>
      </p:sp>
    </p:spTree>
    <p:extLst>
      <p:ext uri="{BB962C8B-B14F-4D97-AF65-F5344CB8AC3E}">
        <p14:creationId xmlns:p14="http://schemas.microsoft.com/office/powerpoint/2010/main" val="2451753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08076" y="1170372"/>
            <a:ext cx="11012400" cy="492443"/>
          </a:xfrm>
        </p:spPr>
        <p:txBody>
          <a:bodyPr/>
          <a:lstStyle/>
          <a:p>
            <a:r>
              <a:rPr lang="de-CH"/>
              <a:t>Titel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846EAAB-E9CC-4FBB-A777-DFD68618E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16.10.2025</a:t>
            </a:r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490A60D-3123-4534-B4E1-1B214E40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A66DD1-3165-483D-99FB-202ADC04E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37984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84E75BB-61FF-4F7E-9CDB-A5E34775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16.10.2025</a:t>
            </a:r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909AB7D-DBAB-4FFF-BA65-85B952116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9B7570-0B3E-4F91-B744-978CA7BDE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/>
          <a:lstStyle/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0544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90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CA65A95-72B9-9C39-BC44-04A643558335}"/>
              </a:ext>
            </a:extLst>
          </p:cNvPr>
          <p:cNvSpPr/>
          <p:nvPr userDrawn="1"/>
        </p:nvSpPr>
        <p:spPr>
          <a:xfrm>
            <a:off x="0" y="6534000"/>
            <a:ext cx="11430000" cy="324000"/>
          </a:xfrm>
          <a:prstGeom prst="rect">
            <a:avLst/>
          </a:prstGeom>
          <a:solidFill>
            <a:srgbClr val="FDE70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10457" y="1170372"/>
            <a:ext cx="11006138" cy="49244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de-CH"/>
              <a:t>Titel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07988" y="1989137"/>
            <a:ext cx="11015662" cy="4175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Inhalt hinzufügen</a:t>
            </a:r>
          </a:p>
          <a:p>
            <a:pPr lvl="2"/>
            <a:r>
              <a:rPr lang="de-CH" noProof="0"/>
              <a:t>Ebene 2</a:t>
            </a:r>
          </a:p>
          <a:p>
            <a:pPr lvl="3"/>
            <a:r>
              <a:rPr lang="de-CH" noProof="0"/>
              <a:t>Ebene 3</a:t>
            </a:r>
          </a:p>
          <a:p>
            <a:pPr lvl="4"/>
            <a:r>
              <a:rPr lang="de-CH" noProof="0"/>
              <a:t>Ebene 4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19100" y="6620400"/>
            <a:ext cx="1188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>
                <a:solidFill>
                  <a:schemeClr val="tx1"/>
                </a:solidFill>
              </a:defRPr>
            </a:lvl1pPr>
          </a:lstStyle>
          <a:p>
            <a:r>
              <a:rPr lang="de-DE"/>
              <a:t>16.10.2025</a:t>
            </a:r>
            <a:endParaRPr lang="de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667508" y="6620400"/>
            <a:ext cx="810000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50" b="1">
                <a:solidFill>
                  <a:schemeClr val="tx1"/>
                </a:solidFill>
              </a:defRPr>
            </a:lvl1pPr>
          </a:lstStyle>
          <a:p>
            <a:r>
              <a:rPr lang="en-US"/>
              <a:t>Zwilchhosen – Happy Long Life Clinic</a:t>
            </a:r>
            <a:endParaRPr lang="de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460596" y="6620400"/>
            <a:ext cx="376710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50">
                <a:solidFill>
                  <a:schemeClr val="tx1"/>
                </a:solidFill>
              </a:defRPr>
            </a:lvl1pPr>
          </a:lstStyle>
          <a:p>
            <a:fld id="{442AD375-037F-43D0-B059-5172DA06796A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BBC21AA-03C3-7EDE-BB82-F15F9CEADEFF}"/>
              </a:ext>
            </a:extLst>
          </p:cNvPr>
          <p:cNvSpPr txBox="1"/>
          <p:nvPr userDrawn="1"/>
        </p:nvSpPr>
        <p:spPr>
          <a:xfrm>
            <a:off x="9787386" y="6620400"/>
            <a:ext cx="1486542" cy="1440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de-DE"/>
            </a:defPPr>
            <a:lvl1pPr>
              <a:defRPr sz="950" b="1"/>
            </a:lvl1pPr>
          </a:lstStyle>
          <a:p>
            <a:pPr lvl="0" algn="r"/>
            <a:r>
              <a:rPr lang="de-CH"/>
              <a:t>www.fhnw.ch/business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52744D73-4AF0-A154-437F-3B480B65F5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68240" y="212400"/>
            <a:ext cx="1571760" cy="4248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C8C90E2-8BA1-D0E2-0F19-0E18AD29FB5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60220" y="212400"/>
            <a:ext cx="1263780" cy="42480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293BA0BC-62D0-A1D2-92DC-8A6B525472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81885" y="212400"/>
            <a:ext cx="4490743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663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7" r:id="rId3"/>
    <p:sldLayoutId id="2147483668" r:id="rId4"/>
    <p:sldLayoutId id="2147483661" r:id="rId5"/>
    <p:sldLayoutId id="2147483669" r:id="rId6"/>
    <p:sldLayoutId id="2147483670" r:id="rId7"/>
    <p:sldLayoutId id="2147483665" r:id="rId8"/>
    <p:sldLayoutId id="2147483663" r:id="rId9"/>
    <p:sldLayoutId id="2147483664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-270000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268288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69875" algn="l" defTabSz="914400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Char char="–"/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57" userDrawn="1">
          <p15:clr>
            <a:srgbClr val="A4A3A4"/>
          </p15:clr>
        </p15:guide>
        <p15:guide id="2" pos="7196" userDrawn="1">
          <p15:clr>
            <a:srgbClr val="A4A3A4"/>
          </p15:clr>
        </p15:guide>
        <p15:guide id="3" orient="horz" pos="3883" userDrawn="1">
          <p15:clr>
            <a:srgbClr val="A4A3A4"/>
          </p15:clr>
        </p15:guide>
        <p15:guide id="4" orient="horz" pos="1253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CB72-39A1-92A9-2CA1-DA0AD5FD7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828" y="905907"/>
            <a:ext cx="10345892" cy="492443"/>
          </a:xfrm>
        </p:spPr>
        <p:txBody>
          <a:bodyPr/>
          <a:lstStyle/>
          <a:p>
            <a:r>
              <a:rPr lang="en-US" b="1">
                <a:solidFill>
                  <a:srgbClr val="272D45"/>
                </a:solidFill>
                <a:ea typeface="+mj-lt"/>
                <a:cs typeface="+mj-lt"/>
              </a:rPr>
              <a:t>CHANGEKULTUR – CASE ALLOCATION PROCESS</a:t>
            </a:r>
            <a:endParaRPr lang="en-US" b="1"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D69FE-6C18-D302-A0EB-8DE19AAC7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8828" y="2208623"/>
            <a:ext cx="6997122" cy="3444171"/>
          </a:xfrm>
        </p:spPr>
        <p:txBody>
          <a:bodyPr vert="horz" lIns="0" tIns="0" rIns="0" bIns="0" rtlCol="0" anchor="t">
            <a:noAutofit/>
          </a:bodyPr>
          <a:lstStyle/>
          <a:p>
            <a:pPr marL="0" indent="0">
              <a:lnSpc>
                <a:spcPts val="2850"/>
              </a:lnSpc>
              <a:buNone/>
            </a:pPr>
            <a:r>
              <a:rPr lang="en-US" sz="1800" b="1"/>
              <a:t>Digitalization of Business Processes  ·  FHNW  ·  2026</a:t>
            </a:r>
          </a:p>
          <a:p>
            <a:pPr marL="0" indent="0">
              <a:lnSpc>
                <a:spcPts val="2850"/>
              </a:lnSpc>
              <a:buNone/>
            </a:pPr>
            <a:endParaRPr lang="en-US" sz="1800">
              <a:solidFill>
                <a:srgbClr val="94A3B8"/>
              </a:solidFill>
            </a:endParaRPr>
          </a:p>
          <a:p>
            <a:pPr marL="0" indent="0">
              <a:lnSpc>
                <a:spcPts val="2850"/>
              </a:lnSpc>
              <a:buNone/>
            </a:pPr>
            <a:r>
              <a:rPr lang="en-US" sz="1800" b="1"/>
              <a:t>Team</a:t>
            </a:r>
            <a:r>
              <a:rPr lang="en-US" sz="1800"/>
              <a:t>:  Cedric Iseli</a:t>
            </a:r>
            <a:br>
              <a:rPr lang="en-US" sz="1800"/>
            </a:br>
            <a:r>
              <a:rPr lang="en-US" sz="1800"/>
              <a:t>            Dionis </a:t>
            </a:r>
            <a:r>
              <a:rPr lang="en-US" sz="1800" err="1"/>
              <a:t>Mrlaku</a:t>
            </a:r>
            <a:endParaRPr lang="en-US" sz="1800"/>
          </a:p>
          <a:p>
            <a:pPr marL="0" indent="0">
              <a:lnSpc>
                <a:spcPts val="2850"/>
              </a:lnSpc>
              <a:buNone/>
            </a:pPr>
            <a:r>
              <a:rPr lang="en-US" sz="1800"/>
              <a:t>            Kanika Mukhija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800"/>
              <a:t>            Pallavi Gowda</a:t>
            </a:r>
          </a:p>
          <a:p>
            <a:pPr marL="0" indent="0">
              <a:lnSpc>
                <a:spcPts val="2850"/>
              </a:lnSpc>
              <a:buNone/>
            </a:pPr>
            <a:r>
              <a:rPr lang="en-US" sz="1800"/>
              <a:t>            Shakunthala Reddy Patlolla</a:t>
            </a:r>
          </a:p>
          <a:p>
            <a:pPr marL="0" indent="0">
              <a:lnSpc>
                <a:spcPts val="2850"/>
              </a:lnSpc>
              <a:buNone/>
            </a:pPr>
            <a:endParaRPr lang="en-US" sz="1800"/>
          </a:p>
          <a:p>
            <a:pPr marL="0" indent="0">
              <a:lnSpc>
                <a:spcPts val="2850"/>
              </a:lnSpc>
              <a:buNone/>
            </a:pPr>
            <a:r>
              <a:rPr lang="en-US" sz="1800" b="1"/>
              <a:t>Supervisors:</a:t>
            </a:r>
            <a:r>
              <a:rPr lang="en-US" sz="1800"/>
              <a:t> Andreas Martin, Charuta Pande, Devid </a:t>
            </a:r>
            <a:r>
              <a:rPr lang="en-US" sz="1800" err="1"/>
              <a:t>Montecchiari</a:t>
            </a:r>
            <a:endParaRPr lang="en-US" sz="1800"/>
          </a:p>
          <a:p>
            <a:pPr marL="0" indent="0">
              <a:lnSpc>
                <a:spcPts val="2850"/>
              </a:lnSpc>
              <a:buNone/>
            </a:pPr>
            <a:endParaRPr lang="en-US" sz="180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EF0CB-D0E6-45AD-6F25-8F99A9D8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0225" y="6620400"/>
            <a:ext cx="1188000" cy="144016"/>
          </a:xfrm>
        </p:spPr>
        <p:txBody>
          <a:bodyPr/>
          <a:lstStyle/>
          <a:p>
            <a:r>
              <a:rPr lang="de-DE"/>
              <a:t>28.05.2026</a:t>
            </a:r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4FEF-D218-67EC-956D-B5F706684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err="1">
                <a:cs typeface="Arial"/>
              </a:rPr>
              <a:t>DigiBP</a:t>
            </a:r>
            <a:r>
              <a:rPr lang="en-US">
                <a:cs typeface="Arial"/>
              </a:rPr>
              <a:t>/26SS_Tierpark_Bern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84A96C-5B1B-B43E-BAF2-631F5A77C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2AD375-037F-43D0-B059-5172DA06796A}" type="slidenum">
              <a:rPr lang="de-CH" smtClean="0"/>
              <a:pPr/>
              <a:t>1</a:t>
            </a:fld>
            <a:endParaRPr lang="de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0688F2-61C3-F87D-6BF0-10A3C7A55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613" y="2207683"/>
            <a:ext cx="4581525" cy="301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365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1219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>
                <a:solidFill>
                  <a:srgbClr val="0D2137"/>
                </a:solidFill>
              </a:rPr>
              <a:t>Who is CHANGEKULTUR?</a:t>
            </a:r>
            <a:endParaRPr lang="en-US" sz="3600"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87680" y="2377440"/>
            <a:ext cx="3596640" cy="3413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6" name="Shape 4"/>
          <p:cNvSpPr/>
          <p:nvPr/>
        </p:nvSpPr>
        <p:spPr>
          <a:xfrm>
            <a:off x="487680" y="2377440"/>
            <a:ext cx="3596640" cy="853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2499360"/>
            <a:ext cx="548640" cy="548640"/>
          </a:xfrm>
          <a:prstGeom prst="rect">
            <a:avLst/>
          </a:prstGeom>
          <a:ln>
            <a:solidFill>
              <a:srgbClr val="FFFFFF"/>
            </a:solidFill>
          </a:ln>
        </p:spPr>
      </p:pic>
      <p:sp>
        <p:nvSpPr>
          <p:cNvPr id="8" name="Text 5"/>
          <p:cNvSpPr/>
          <p:nvPr/>
        </p:nvSpPr>
        <p:spPr>
          <a:xfrm>
            <a:off x="609600" y="3316224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0D2137"/>
                </a:solidFill>
              </a:rPr>
              <a:t>Family Coaching</a:t>
            </a:r>
            <a:endParaRPr lang="en-US" sz="1867"/>
          </a:p>
        </p:txBody>
      </p:sp>
      <p:sp>
        <p:nvSpPr>
          <p:cNvPr id="9" name="Text 6"/>
          <p:cNvSpPr/>
          <p:nvPr/>
        </p:nvSpPr>
        <p:spPr>
          <a:xfrm>
            <a:off x="609600" y="3925824"/>
            <a:ext cx="33528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/>
              <a:t>Providing structured coaching to vulnerable families across Switzerland</a:t>
            </a:r>
          </a:p>
        </p:txBody>
      </p:sp>
      <p:sp>
        <p:nvSpPr>
          <p:cNvPr id="10" name="Shape 7"/>
          <p:cNvSpPr/>
          <p:nvPr/>
        </p:nvSpPr>
        <p:spPr>
          <a:xfrm>
            <a:off x="4450080" y="2377440"/>
            <a:ext cx="3596640" cy="3413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11" name="Shape 8"/>
          <p:cNvSpPr/>
          <p:nvPr/>
        </p:nvSpPr>
        <p:spPr>
          <a:xfrm>
            <a:off x="4450080" y="2377440"/>
            <a:ext cx="3596640" cy="853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960" y="2499360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0" y="3316224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0D2137"/>
                </a:solidFill>
              </a:rPr>
              <a:t>Youth &amp; Integration</a:t>
            </a:r>
            <a:endParaRPr lang="en-US" sz="1867"/>
          </a:p>
        </p:txBody>
      </p:sp>
      <p:sp>
        <p:nvSpPr>
          <p:cNvPr id="14" name="Text 10"/>
          <p:cNvSpPr/>
          <p:nvPr/>
        </p:nvSpPr>
        <p:spPr>
          <a:xfrm>
            <a:off x="4572000" y="3925824"/>
            <a:ext cx="33528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/>
              <a:t>Supporting youth development and multilingual integration programs</a:t>
            </a:r>
            <a:endParaRPr lang="en-US" sz="1450">
              <a:cs typeface="Arial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412480" y="2377440"/>
            <a:ext cx="3596640" cy="3413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16" name="Shape 12"/>
          <p:cNvSpPr/>
          <p:nvPr/>
        </p:nvSpPr>
        <p:spPr>
          <a:xfrm>
            <a:off x="8412480" y="2377440"/>
            <a:ext cx="3596640" cy="85344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249936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34400" y="3316224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>
                <a:solidFill>
                  <a:srgbClr val="0D2137"/>
                </a:solidFill>
              </a:rPr>
              <a:t>Swiss-wide Reach</a:t>
            </a:r>
            <a:endParaRPr lang="en-US" sz="1867"/>
          </a:p>
        </p:txBody>
      </p:sp>
      <p:sp>
        <p:nvSpPr>
          <p:cNvPr id="19" name="Text 14"/>
          <p:cNvSpPr/>
          <p:nvPr/>
        </p:nvSpPr>
        <p:spPr>
          <a:xfrm>
            <a:off x="8534400" y="3925824"/>
            <a:ext cx="33528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50"/>
              <a:t>A Zürich-based NGO operating with a growing network of family coaches</a:t>
            </a:r>
            <a:endParaRPr lang="en-US" sz="1450">
              <a:cs typeface="Arial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487680" y="6035040"/>
            <a:ext cx="1121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00" i="1">
                <a:solidFill>
                  <a:srgbClr val="0891B2"/>
                </a:solidFill>
              </a:rPr>
              <a:t>The Challenge: Matching the right coach to the right family - quickly and fairly.</a:t>
            </a:r>
            <a:endParaRPr lang="en-US" sz="1700"/>
          </a:p>
        </p:txBody>
      </p:sp>
      <p:sp>
        <p:nvSpPr>
          <p:cNvPr id="22" name="Footer Placeholder 5">
            <a:extLst>
              <a:ext uri="{FF2B5EF4-FFF2-40B4-BE49-F238E27FC236}">
                <a16:creationId xmlns:a16="http://schemas.microsoft.com/office/drawing/2014/main" id="{DB7534E2-2E7A-A8A2-FF32-7F1FC3E6F72F}"/>
              </a:ext>
            </a:extLst>
          </p:cNvPr>
          <p:cNvSpPr txBox="1">
            <a:spLocks/>
          </p:cNvSpPr>
          <p:nvPr/>
        </p:nvSpPr>
        <p:spPr>
          <a:xfrm>
            <a:off x="2077816" y="6581324"/>
            <a:ext cx="8031615" cy="280785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b="1" err="1">
                <a:cs typeface="Arial"/>
              </a:rPr>
              <a:t>DigiBP</a:t>
            </a:r>
            <a:r>
              <a:rPr lang="en-US" sz="1000" b="1">
                <a:cs typeface="Arial"/>
              </a:rPr>
              <a:t>/26SS_Tierpark_Bern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76AE65-E30C-2172-78BE-78B0048610CE}"/>
              </a:ext>
            </a:extLst>
          </p:cNvPr>
          <p:cNvSpPr txBox="1"/>
          <p:nvPr/>
        </p:nvSpPr>
        <p:spPr>
          <a:xfrm>
            <a:off x="488460" y="6584461"/>
            <a:ext cx="908542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1000" b="1" i="0" u="none" strike="noStrike" baseline="0">
                <a:solidFill>
                  <a:srgbClr val="000000"/>
                </a:solidFill>
                <a:latin typeface="Arial"/>
              </a:rPr>
              <a:t>28.05.2026</a:t>
            </a:r>
            <a:endParaRPr lang="en-US" sz="1000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121920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>
                <a:solidFill>
                  <a:srgbClr val="0D2137"/>
                </a:solidFill>
              </a:rPr>
              <a:t>Meet Maria - A Family in Need-Journey Begins</a:t>
            </a:r>
            <a:endParaRPr lang="en-US" sz="3600"/>
          </a:p>
        </p:txBody>
      </p:sp>
      <p:sp>
        <p:nvSpPr>
          <p:cNvPr id="5" name="Shape 3"/>
          <p:cNvSpPr/>
          <p:nvPr/>
        </p:nvSpPr>
        <p:spPr>
          <a:xfrm>
            <a:off x="487680" y="2255520"/>
            <a:ext cx="6705600" cy="4084320"/>
          </a:xfrm>
          <a:prstGeom prst="rect">
            <a:avLst/>
          </a:prstGeom>
          <a:solidFill>
            <a:srgbClr val="E8F4F8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6" name="Text 4"/>
          <p:cNvSpPr/>
          <p:nvPr/>
        </p:nvSpPr>
        <p:spPr>
          <a:xfrm>
            <a:off x="731520" y="2470150"/>
            <a:ext cx="6217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0D2137"/>
                </a:solidFill>
              </a:rPr>
              <a:t>The Situation
</a:t>
            </a:r>
            <a:r>
              <a:rPr lang="en-US" sz="1600">
                <a:solidFill>
                  <a:srgbClr val="0D2137"/>
                </a:solidFill>
              </a:rPr>
              <a:t>Maria, mother of two , recently relocated to Basel. She speaks English and Hindi. Social services refer her to </a:t>
            </a:r>
            <a:r>
              <a:rPr lang="en-US" sz="1600" err="1">
                <a:solidFill>
                  <a:srgbClr val="0D2137"/>
                </a:solidFill>
              </a:rPr>
              <a:t>ChangeKultur</a:t>
            </a:r>
            <a:r>
              <a:rPr lang="en-US" sz="1600">
                <a:solidFill>
                  <a:srgbClr val="0D2137"/>
                </a:solidFill>
              </a:rPr>
              <a:t> </a:t>
            </a:r>
            <a:r>
              <a:rPr lang="en-US" sz="1600" err="1">
                <a:solidFill>
                  <a:srgbClr val="0D2137"/>
                </a:solidFill>
              </a:rPr>
              <a:t>for family coaching support.</a:t>
            </a:r>
            <a:r>
              <a:rPr lang="en-US" sz="1600">
                <a:solidFill>
                  <a:srgbClr val="0D2137"/>
                </a:solidFill>
              </a:rPr>
              <a:t>
</a:t>
            </a:r>
            <a:r>
              <a:rPr lang="en-US" sz="1600" b="1">
                <a:solidFill>
                  <a:srgbClr val="0D2137"/>
                </a:solidFill>
              </a:rPr>
              <a:t>The Request
</a:t>
            </a:r>
            <a:r>
              <a:rPr lang="en-US" sz="1600">
                <a:solidFill>
                  <a:srgbClr val="0D2137"/>
                </a:solidFill>
              </a:rPr>
              <a:t>An administrator at </a:t>
            </a:r>
            <a:r>
              <a:rPr lang="en-US" sz="1600" err="1">
                <a:solidFill>
                  <a:srgbClr val="0D2137"/>
                </a:solidFill>
              </a:rPr>
              <a:t>ChangeKultur</a:t>
            </a:r>
            <a:r>
              <a:rPr lang="en-US" sz="1600">
                <a:solidFill>
                  <a:srgbClr val="0D2137"/>
                </a:solidFill>
              </a:rPr>
              <a:t> receives the case. They now need to find the most suitable family coach - someone with the right language, workload and distance.
</a:t>
            </a:r>
            <a:r>
              <a:rPr lang="en-US" sz="1600" b="1">
                <a:solidFill>
                  <a:srgbClr val="0D2137"/>
                </a:solidFill>
              </a:rPr>
              <a:t>The Problem
</a:t>
            </a:r>
            <a:r>
              <a:rPr lang="en-US" sz="1600">
                <a:solidFill>
                  <a:srgbClr val="0D2137"/>
                </a:solidFill>
              </a:rPr>
              <a:t>In the current system, this of manual effort, phone calls, and guesswork.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7798191" y="4902754"/>
            <a:ext cx="390144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600">
                <a:solidFill>
                  <a:srgbClr val="0070C0"/>
                </a:solidFill>
              </a:rPr>
              <a:t>Before a family in need gets </a:t>
            </a:r>
            <a:r>
              <a:rPr lang="en-US" sz="1600" err="1">
                <a:solidFill>
                  <a:srgbClr val="0070C0"/>
                </a:solidFill>
              </a:rPr>
              <a:t>support,</a:t>
            </a:r>
            <a:r>
              <a:rPr lang="en-US" sz="1600" err="1">
                <a:solidFill>
                  <a:srgbClr val="0070C0"/>
                </a:solidFill>
                <a:ea typeface="+mn-lt"/>
                <a:cs typeface="+mn-lt"/>
              </a:rPr>
              <a:t>too</a:t>
            </a:r>
            <a:r>
              <a:rPr lang="en-US" sz="1600">
                <a:solidFill>
                  <a:srgbClr val="0070C0"/>
                </a:solidFill>
                <a:ea typeface="+mn-lt"/>
                <a:cs typeface="+mn-lt"/>
              </a:rPr>
              <a:t> much time is lost in manual coordination.</a:t>
            </a:r>
            <a:endParaRPr lang="en-US" sz="1600">
              <a:solidFill>
                <a:srgbClr val="0070C0"/>
              </a:solidFill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488147" y="5761827"/>
            <a:ext cx="45149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0070C0"/>
                </a:solidFill>
              </a:rPr>
              <a:t>This is the problem we set out to solve.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685A1C-6B26-1760-B226-9A63C3131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2166" y="2254250"/>
            <a:ext cx="3439584" cy="264583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115824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>
                <a:solidFill>
                  <a:srgbClr val="0D2137"/>
                </a:solidFill>
              </a:rPr>
              <a:t>How Case Allocation Works Today (AS-IS)</a:t>
            </a:r>
            <a:endParaRPr lang="en-US" sz="3733"/>
          </a:p>
        </p:txBody>
      </p:sp>
      <p:sp>
        <p:nvSpPr>
          <p:cNvPr id="5" name="Shape 3"/>
          <p:cNvSpPr/>
          <p:nvPr/>
        </p:nvSpPr>
        <p:spPr>
          <a:xfrm>
            <a:off x="487680" y="2133600"/>
            <a:ext cx="2011680" cy="19507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6" name="Text 4"/>
          <p:cNvSpPr/>
          <p:nvPr/>
        </p:nvSpPr>
        <p:spPr>
          <a:xfrm>
            <a:off x="487680" y="2218944"/>
            <a:ext cx="2011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</a:rPr>
              <a:t>1</a:t>
            </a:r>
            <a:endParaRPr lang="en-US" sz="2933"/>
          </a:p>
        </p:txBody>
      </p:sp>
      <p:sp>
        <p:nvSpPr>
          <p:cNvPr id="7" name="Text 5"/>
          <p:cNvSpPr/>
          <p:nvPr/>
        </p:nvSpPr>
        <p:spPr>
          <a:xfrm>
            <a:off x="487680" y="2804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Case Received</a:t>
            </a:r>
            <a:endParaRPr lang="en-US" sz="1467"/>
          </a:p>
        </p:txBody>
      </p:sp>
      <p:sp>
        <p:nvSpPr>
          <p:cNvPr id="8" name="Text 6"/>
          <p:cNvSpPr/>
          <p:nvPr/>
        </p:nvSpPr>
        <p:spPr>
          <a:xfrm>
            <a:off x="487680" y="3352800"/>
            <a:ext cx="2011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CADCFC"/>
                </a:solidFill>
              </a:rPr>
              <a:t>Via email / </a:t>
            </a:r>
            <a:r>
              <a:rPr lang="en-US" sz="1200" err="1">
                <a:solidFill>
                  <a:srgbClr val="CADCFC"/>
                </a:solidFill>
              </a:rPr>
              <a:t>walkins</a:t>
            </a:r>
            <a:r>
              <a:rPr lang="en-US" sz="1200">
                <a:solidFill>
                  <a:srgbClr val="CADCFC"/>
                </a:solidFill>
              </a:rPr>
              <a:t> / phone call</a:t>
            </a:r>
            <a:endParaRPr lang="en-US" sz="12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552" y="2779776"/>
            <a:ext cx="243840" cy="243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79776" y="2133600"/>
            <a:ext cx="2011680" cy="19507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11" name="Text 8"/>
          <p:cNvSpPr/>
          <p:nvPr/>
        </p:nvSpPr>
        <p:spPr>
          <a:xfrm>
            <a:off x="2779776" y="2218944"/>
            <a:ext cx="2011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</a:rPr>
              <a:t>2</a:t>
            </a:r>
            <a:endParaRPr lang="en-US" sz="2933"/>
          </a:p>
        </p:txBody>
      </p:sp>
      <p:sp>
        <p:nvSpPr>
          <p:cNvPr id="12" name="Text 9"/>
          <p:cNvSpPr/>
          <p:nvPr/>
        </p:nvSpPr>
        <p:spPr>
          <a:xfrm>
            <a:off x="2779776" y="2804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Manual Search</a:t>
            </a:r>
            <a:endParaRPr lang="en-US" sz="1467"/>
          </a:p>
        </p:txBody>
      </p:sp>
      <p:sp>
        <p:nvSpPr>
          <p:cNvPr id="13" name="Text 10"/>
          <p:cNvSpPr/>
          <p:nvPr/>
        </p:nvSpPr>
        <p:spPr>
          <a:xfrm>
            <a:off x="2779776" y="3352800"/>
            <a:ext cx="2011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CADCFC"/>
                </a:solidFill>
              </a:rPr>
              <a:t>Case coach checks family coaches one by one</a:t>
            </a:r>
            <a:endParaRPr lang="en-US" sz="120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648" y="2779776"/>
            <a:ext cx="243840" cy="2438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071872" y="2133600"/>
            <a:ext cx="2011680" cy="19507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16" name="Text 12"/>
          <p:cNvSpPr/>
          <p:nvPr/>
        </p:nvSpPr>
        <p:spPr>
          <a:xfrm>
            <a:off x="5071872" y="2218944"/>
            <a:ext cx="2011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</a:rPr>
              <a:t>3</a:t>
            </a:r>
            <a:endParaRPr lang="en-US" sz="2933"/>
          </a:p>
        </p:txBody>
      </p:sp>
      <p:sp>
        <p:nvSpPr>
          <p:cNvPr id="17" name="Text 13"/>
          <p:cNvSpPr/>
          <p:nvPr/>
        </p:nvSpPr>
        <p:spPr>
          <a:xfrm>
            <a:off x="5071872" y="2804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Phone Calls</a:t>
            </a:r>
            <a:endParaRPr lang="en-US" sz="1467"/>
          </a:p>
        </p:txBody>
      </p:sp>
      <p:sp>
        <p:nvSpPr>
          <p:cNvPr id="18" name="Text 14"/>
          <p:cNvSpPr/>
          <p:nvPr/>
        </p:nvSpPr>
        <p:spPr>
          <a:xfrm>
            <a:off x="5071872" y="3352800"/>
            <a:ext cx="2011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CADCFC"/>
                </a:solidFill>
              </a:rPr>
              <a:t>Check availability manually</a:t>
            </a:r>
            <a:endParaRPr lang="en-US" sz="120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744" y="2779776"/>
            <a:ext cx="243840" cy="24384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7363968" y="2133600"/>
            <a:ext cx="2011680" cy="19507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21" name="Text 16"/>
          <p:cNvSpPr/>
          <p:nvPr/>
        </p:nvSpPr>
        <p:spPr>
          <a:xfrm>
            <a:off x="7363968" y="2218944"/>
            <a:ext cx="2011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</a:rPr>
              <a:t>4</a:t>
            </a:r>
            <a:endParaRPr lang="en-US" sz="2933"/>
          </a:p>
        </p:txBody>
      </p:sp>
      <p:sp>
        <p:nvSpPr>
          <p:cNvPr id="22" name="Text 17"/>
          <p:cNvSpPr/>
          <p:nvPr/>
        </p:nvSpPr>
        <p:spPr>
          <a:xfrm>
            <a:off x="7363968" y="2804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>
                <a:solidFill>
                  <a:srgbClr val="FFFFFF"/>
                </a:solidFill>
              </a:rPr>
              <a:t>Judgement Call</a:t>
            </a:r>
            <a:endParaRPr lang="en-US" sz="1467"/>
          </a:p>
        </p:txBody>
      </p:sp>
      <p:sp>
        <p:nvSpPr>
          <p:cNvPr id="23" name="Text 18"/>
          <p:cNvSpPr/>
          <p:nvPr/>
        </p:nvSpPr>
        <p:spPr>
          <a:xfrm>
            <a:off x="7363968" y="3352800"/>
            <a:ext cx="2011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CADCFC"/>
                </a:solidFill>
              </a:rPr>
              <a:t>Assign based on Case coach intuition</a:t>
            </a:r>
            <a:endParaRPr lang="en-US" sz="1200">
              <a:solidFill>
                <a:srgbClr val="CADCFC"/>
              </a:solidFill>
              <a:cs typeface="Arial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7840" y="2779776"/>
            <a:ext cx="243840" cy="2438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656064" y="2133600"/>
            <a:ext cx="2011680" cy="195072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26" name="Text 20"/>
          <p:cNvSpPr/>
          <p:nvPr/>
        </p:nvSpPr>
        <p:spPr>
          <a:xfrm>
            <a:off x="9656064" y="2218944"/>
            <a:ext cx="201168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933" b="1">
                <a:solidFill>
                  <a:srgbClr val="FFFFFF"/>
                </a:solidFill>
              </a:rPr>
              <a:t>5</a:t>
            </a:r>
            <a:endParaRPr lang="en-US" sz="2933"/>
          </a:p>
        </p:txBody>
      </p:sp>
      <p:sp>
        <p:nvSpPr>
          <p:cNvPr id="27" name="Text 21"/>
          <p:cNvSpPr/>
          <p:nvPr/>
        </p:nvSpPr>
        <p:spPr>
          <a:xfrm>
            <a:off x="9656064" y="2804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50" b="1">
                <a:solidFill>
                  <a:srgbClr val="FFFFFF"/>
                </a:solidFill>
              </a:rPr>
              <a:t>Inform Family Coach</a:t>
            </a:r>
            <a:endParaRPr lang="en-US" sz="1450"/>
          </a:p>
        </p:txBody>
      </p:sp>
      <p:sp>
        <p:nvSpPr>
          <p:cNvPr id="28" name="Text 22"/>
          <p:cNvSpPr/>
          <p:nvPr/>
        </p:nvSpPr>
        <p:spPr>
          <a:xfrm>
            <a:off x="9656064" y="3352800"/>
            <a:ext cx="2011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solidFill>
                  <a:srgbClr val="CADCFC"/>
                </a:solidFill>
              </a:rPr>
              <a:t>Notify manually</a:t>
            </a:r>
            <a:endParaRPr lang="en-US" sz="1200"/>
          </a:p>
        </p:txBody>
      </p:sp>
      <p:sp>
        <p:nvSpPr>
          <p:cNvPr id="30" name="Shape 24"/>
          <p:cNvSpPr/>
          <p:nvPr/>
        </p:nvSpPr>
        <p:spPr>
          <a:xfrm>
            <a:off x="3398097" y="4821343"/>
            <a:ext cx="5364480" cy="1463040"/>
          </a:xfrm>
          <a:prstGeom prst="rect">
            <a:avLst/>
          </a:prstGeom>
          <a:solidFill>
            <a:schemeClr val="accent5">
              <a:lumMod val="75000"/>
            </a:schemeClr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 lIns="91440" tIns="45720" rIns="91440" bIns="4572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3200"/>
          </a:p>
        </p:txBody>
      </p:sp>
      <p:sp>
        <p:nvSpPr>
          <p:cNvPr id="31" name="Text 25"/>
          <p:cNvSpPr/>
          <p:nvPr/>
        </p:nvSpPr>
        <p:spPr>
          <a:xfrm>
            <a:off x="3972560" y="5006763"/>
            <a:ext cx="4469554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</a:rPr>
              <a:t>No Selection Criteria</a:t>
            </a:r>
            <a:endParaRPr lang="en-US">
              <a:solidFill>
                <a:schemeClr val="bg1"/>
              </a:solidFill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115824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00" b="1">
                <a:solidFill>
                  <a:srgbClr val="0D2137"/>
                </a:solidFill>
                <a:cs typeface="Arial"/>
              </a:rPr>
              <a:t>Pain Points</a:t>
            </a:r>
          </a:p>
        </p:txBody>
      </p:sp>
      <p:sp>
        <p:nvSpPr>
          <p:cNvPr id="5" name="Shape 3"/>
          <p:cNvSpPr/>
          <p:nvPr/>
        </p:nvSpPr>
        <p:spPr>
          <a:xfrm>
            <a:off x="487680" y="2133600"/>
            <a:ext cx="3474720" cy="18897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487680" y="2133600"/>
            <a:ext cx="85344" cy="188976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" y="2255520"/>
            <a:ext cx="487680" cy="487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255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>
                <a:solidFill>
                  <a:srgbClr val="0D2137"/>
                </a:solidFill>
                <a:cs typeface="Arial"/>
              </a:rPr>
              <a:t>Manual Process</a:t>
            </a:r>
          </a:p>
        </p:txBody>
      </p:sp>
      <p:sp>
        <p:nvSpPr>
          <p:cNvPr id="9" name="Text 6"/>
          <p:cNvSpPr/>
          <p:nvPr/>
        </p:nvSpPr>
        <p:spPr>
          <a:xfrm>
            <a:off x="670560" y="2840736"/>
            <a:ext cx="316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64748B"/>
                </a:solidFill>
              </a:rPr>
              <a:t>Manual search across multiple family coaches takes days of Case coach time</a:t>
            </a:r>
            <a:endParaRPr lang="en-US" sz="1300" err="1"/>
          </a:p>
        </p:txBody>
      </p:sp>
      <p:sp>
        <p:nvSpPr>
          <p:cNvPr id="10" name="Shape 7"/>
          <p:cNvSpPr/>
          <p:nvPr/>
        </p:nvSpPr>
        <p:spPr>
          <a:xfrm>
            <a:off x="4267200" y="2133600"/>
            <a:ext cx="3474720" cy="18897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1" name="Shape 8"/>
          <p:cNvSpPr/>
          <p:nvPr/>
        </p:nvSpPr>
        <p:spPr>
          <a:xfrm>
            <a:off x="4267200" y="2133600"/>
            <a:ext cx="85344" cy="188976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0080" y="2255520"/>
            <a:ext cx="487680" cy="4876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59680" y="2255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D2137"/>
                </a:solidFill>
              </a:rPr>
              <a:t>No Transparency</a:t>
            </a:r>
            <a:endParaRPr lang="en-US" sz="1733"/>
          </a:p>
        </p:txBody>
      </p:sp>
      <p:sp>
        <p:nvSpPr>
          <p:cNvPr id="14" name="Text 10"/>
          <p:cNvSpPr/>
          <p:nvPr/>
        </p:nvSpPr>
        <p:spPr>
          <a:xfrm>
            <a:off x="4450080" y="2840736"/>
            <a:ext cx="316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>
                <a:solidFill>
                  <a:srgbClr val="64748B"/>
                </a:solidFill>
              </a:rPr>
              <a:t>No audit trail of why one coach was chosen over another</a:t>
            </a:r>
            <a:endParaRPr lang="en-US" sz="1333"/>
          </a:p>
        </p:txBody>
      </p:sp>
      <p:sp>
        <p:nvSpPr>
          <p:cNvPr id="15" name="Shape 11"/>
          <p:cNvSpPr/>
          <p:nvPr/>
        </p:nvSpPr>
        <p:spPr>
          <a:xfrm>
            <a:off x="8046720" y="2133600"/>
            <a:ext cx="3474720" cy="18897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6" name="Shape 12"/>
          <p:cNvSpPr/>
          <p:nvPr/>
        </p:nvSpPr>
        <p:spPr>
          <a:xfrm>
            <a:off x="8046720" y="2133600"/>
            <a:ext cx="85344" cy="188976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2255520"/>
            <a:ext cx="487680" cy="4876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39200" y="2255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D2137"/>
                </a:solidFill>
              </a:rPr>
              <a:t>No Distance Calc</a:t>
            </a:r>
            <a:endParaRPr lang="en-US" sz="1733"/>
          </a:p>
        </p:txBody>
      </p:sp>
      <p:sp>
        <p:nvSpPr>
          <p:cNvPr id="19" name="Text 14"/>
          <p:cNvSpPr/>
          <p:nvPr/>
        </p:nvSpPr>
        <p:spPr>
          <a:xfrm>
            <a:off x="8229600" y="2840736"/>
            <a:ext cx="316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64748B"/>
                </a:solidFill>
              </a:rPr>
              <a:t>Travel time between client and coach is manually calculated.</a:t>
            </a:r>
            <a:endParaRPr lang="en-US" sz="1300">
              <a:solidFill>
                <a:srgbClr val="64748B"/>
              </a:solidFill>
              <a:cs typeface="Arial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1036320" y="4389120"/>
            <a:ext cx="5242560" cy="18897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1" name="Shape 16"/>
          <p:cNvSpPr/>
          <p:nvPr/>
        </p:nvSpPr>
        <p:spPr>
          <a:xfrm>
            <a:off x="1036320" y="4389120"/>
            <a:ext cx="85344" cy="188976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4511040"/>
            <a:ext cx="487680" cy="4876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4511040"/>
            <a:ext cx="432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D2137"/>
                </a:solidFill>
              </a:rPr>
              <a:t>Subjective Matching</a:t>
            </a:r>
            <a:endParaRPr lang="en-US" sz="1733"/>
          </a:p>
        </p:txBody>
      </p:sp>
      <p:sp>
        <p:nvSpPr>
          <p:cNvPr id="24" name="Text 18"/>
          <p:cNvSpPr/>
          <p:nvPr/>
        </p:nvSpPr>
        <p:spPr>
          <a:xfrm>
            <a:off x="1219200" y="509625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64748B"/>
                </a:solidFill>
              </a:rPr>
              <a:t>Selection depends on personal knowledge - no selection criteria</a:t>
            </a:r>
            <a:endParaRPr lang="en-US" sz="1300"/>
          </a:p>
        </p:txBody>
      </p:sp>
      <p:sp>
        <p:nvSpPr>
          <p:cNvPr id="25" name="Shape 19"/>
          <p:cNvSpPr/>
          <p:nvPr/>
        </p:nvSpPr>
        <p:spPr>
          <a:xfrm>
            <a:off x="6522720" y="4389120"/>
            <a:ext cx="5242560" cy="188976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26" name="Shape 20"/>
          <p:cNvSpPr/>
          <p:nvPr/>
        </p:nvSpPr>
        <p:spPr>
          <a:xfrm>
            <a:off x="6522720" y="4389120"/>
            <a:ext cx="85344" cy="1889760"/>
          </a:xfrm>
          <a:prstGeom prst="rect">
            <a:avLst/>
          </a:prstGeom>
          <a:solidFill>
            <a:srgbClr val="E05C5C"/>
          </a:solidFill>
          <a:ln/>
        </p:spPr>
        <p:txBody>
          <a:bodyPr/>
          <a:lstStyle/>
          <a:p>
            <a:endParaRPr lang="en-IN" sz="240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4511040"/>
            <a:ext cx="487680" cy="4876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315200" y="4511040"/>
            <a:ext cx="432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>
                <a:solidFill>
                  <a:srgbClr val="0D2137"/>
                </a:solidFill>
              </a:rPr>
              <a:t>No Structured Data</a:t>
            </a:r>
            <a:endParaRPr lang="en-US" sz="1733"/>
          </a:p>
        </p:txBody>
      </p:sp>
      <p:sp>
        <p:nvSpPr>
          <p:cNvPr id="29" name="Text 22"/>
          <p:cNvSpPr/>
          <p:nvPr/>
        </p:nvSpPr>
        <p:spPr>
          <a:xfrm>
            <a:off x="6705600" y="5096256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>
                <a:solidFill>
                  <a:srgbClr val="64748B"/>
                </a:solidFill>
              </a:rPr>
              <a:t>Case and coach info is scattered across emails, calls, and team notes.</a:t>
            </a:r>
            <a:endParaRPr lang="en-US" sz="1300">
              <a:solidFill>
                <a:srgbClr val="64748B"/>
              </a:solidFill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7B28682-32C8-2EBB-5F40-0526F98B0D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1064" y="834390"/>
            <a:ext cx="8649060" cy="553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2">
            <a:extLst>
              <a:ext uri="{FF2B5EF4-FFF2-40B4-BE49-F238E27FC236}">
                <a16:creationId xmlns:a16="http://schemas.microsoft.com/office/drawing/2014/main" id="{0E750F9C-42FE-1CC6-8249-7A0BBD606FFE}"/>
              </a:ext>
            </a:extLst>
          </p:cNvPr>
          <p:cNvSpPr/>
          <p:nvPr/>
        </p:nvSpPr>
        <p:spPr>
          <a:xfrm>
            <a:off x="419947" y="976207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D2137"/>
                </a:solidFill>
              </a:rPr>
              <a:t>TO-BE Process</a:t>
            </a:r>
            <a:endParaRPr lang="en-US" sz="32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27343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77097" y="576157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0D2137"/>
                </a:solidFill>
              </a:rPr>
              <a:t>TO-BE : The Technology Stack</a:t>
            </a:r>
            <a:endParaRPr lang="en-US" sz="3200" dirty="0">
              <a:cs typeface="Arial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874409-277D-D7AE-0A4C-CCDE61E6FE5F}"/>
              </a:ext>
            </a:extLst>
          </p:cNvPr>
          <p:cNvGrpSpPr/>
          <p:nvPr/>
        </p:nvGrpSpPr>
        <p:grpSpPr>
          <a:xfrm>
            <a:off x="474854" y="2324100"/>
            <a:ext cx="10978938" cy="4938460"/>
            <a:chOff x="62104" y="2133600"/>
            <a:chExt cx="11508104" cy="5584043"/>
          </a:xfrm>
        </p:grpSpPr>
        <p:sp>
          <p:nvSpPr>
            <p:cNvPr id="5" name="Shape 3"/>
            <p:cNvSpPr/>
            <p:nvPr/>
          </p:nvSpPr>
          <p:spPr>
            <a:xfrm>
              <a:off x="487680" y="2133600"/>
              <a:ext cx="3474720" cy="2011680"/>
            </a:xfrm>
            <a:prstGeom prst="rect">
              <a:avLst/>
            </a:prstGeom>
            <a:solidFill>
              <a:srgbClr val="F0F7FA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6" name="Shape 4"/>
            <p:cNvSpPr/>
            <p:nvPr/>
          </p:nvSpPr>
          <p:spPr>
            <a:xfrm>
              <a:off x="487680" y="2133600"/>
              <a:ext cx="3474720" cy="548640"/>
            </a:xfrm>
            <a:prstGeom prst="rect">
              <a:avLst/>
            </a:prstGeom>
            <a:solidFill>
              <a:srgbClr val="065A82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7" name="Text 5"/>
            <p:cNvSpPr/>
            <p:nvPr/>
          </p:nvSpPr>
          <p:spPr>
            <a:xfrm>
              <a:off x="487680" y="2157984"/>
              <a:ext cx="34747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>
                  <a:solidFill>
                    <a:srgbClr val="FFFFFF"/>
                  </a:solidFill>
                </a:rPr>
                <a:t>Camunda</a:t>
              </a:r>
              <a:endParaRPr lang="en-US" sz="1600"/>
            </a:p>
          </p:txBody>
        </p:sp>
        <p:sp>
          <p:nvSpPr>
            <p:cNvPr id="8" name="Text 6"/>
            <p:cNvSpPr/>
            <p:nvPr/>
          </p:nvSpPr>
          <p:spPr>
            <a:xfrm>
              <a:off x="487680" y="2743200"/>
              <a:ext cx="3474720" cy="463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b="1">
                  <a:solidFill>
                    <a:srgbClr val="0D2137"/>
                  </a:solidFill>
                </a:rPr>
                <a:t>Workflow Engine</a:t>
              </a:r>
              <a:endParaRPr lang="en-US" sz="1467"/>
            </a:p>
          </p:txBody>
        </p:sp>
        <p:sp>
          <p:nvSpPr>
            <p:cNvPr id="9" name="Text 7"/>
            <p:cNvSpPr/>
            <p:nvPr/>
          </p:nvSpPr>
          <p:spPr>
            <a:xfrm>
              <a:off x="609600" y="3230880"/>
              <a:ext cx="323088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>
                  <a:solidFill>
                    <a:srgbClr val="64748B"/>
                  </a:solidFill>
                </a:rPr>
                <a:t>Models and orchestrates the entire BPMN process</a:t>
              </a:r>
              <a:endParaRPr lang="en-US" sz="1200"/>
            </a:p>
          </p:txBody>
        </p:sp>
        <p:sp>
          <p:nvSpPr>
            <p:cNvPr id="10" name="Shape 8"/>
            <p:cNvSpPr/>
            <p:nvPr/>
          </p:nvSpPr>
          <p:spPr>
            <a:xfrm>
              <a:off x="4291584" y="2133600"/>
              <a:ext cx="3474720" cy="2011680"/>
            </a:xfrm>
            <a:prstGeom prst="rect">
              <a:avLst/>
            </a:prstGeom>
            <a:solidFill>
              <a:srgbClr val="F0F7FA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1" name="Shape 9"/>
            <p:cNvSpPr/>
            <p:nvPr/>
          </p:nvSpPr>
          <p:spPr>
            <a:xfrm>
              <a:off x="4291584" y="2133600"/>
              <a:ext cx="3474720" cy="548640"/>
            </a:xfrm>
            <a:prstGeom prst="rect">
              <a:avLst/>
            </a:prstGeom>
            <a:solidFill>
              <a:srgbClr val="0891B2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2" name="Text 10"/>
            <p:cNvSpPr/>
            <p:nvPr/>
          </p:nvSpPr>
          <p:spPr>
            <a:xfrm>
              <a:off x="4291584" y="2157984"/>
              <a:ext cx="34747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>
                  <a:solidFill>
                    <a:srgbClr val="FFFFFF"/>
                  </a:solidFill>
                </a:rPr>
                <a:t>Make</a:t>
              </a:r>
              <a:endParaRPr lang="en-US" sz="1600"/>
            </a:p>
          </p:txBody>
        </p:sp>
        <p:sp>
          <p:nvSpPr>
            <p:cNvPr id="13" name="Text 11"/>
            <p:cNvSpPr/>
            <p:nvPr/>
          </p:nvSpPr>
          <p:spPr>
            <a:xfrm>
              <a:off x="4291584" y="2743200"/>
              <a:ext cx="3474720" cy="463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b="1">
                  <a:solidFill>
                    <a:srgbClr val="0D2137"/>
                  </a:solidFill>
                </a:rPr>
                <a:t>Integration Layer</a:t>
              </a:r>
              <a:endParaRPr lang="en-US" sz="1467"/>
            </a:p>
          </p:txBody>
        </p:sp>
        <p:sp>
          <p:nvSpPr>
            <p:cNvPr id="14" name="Text 12"/>
            <p:cNvSpPr/>
            <p:nvPr/>
          </p:nvSpPr>
          <p:spPr>
            <a:xfrm>
              <a:off x="4413504" y="3230880"/>
              <a:ext cx="323088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>
                  <a:solidFill>
                    <a:srgbClr val="64748B"/>
                  </a:solidFill>
                </a:rPr>
                <a:t>Connects Google Sheets, Maps API, Flask and Camunda</a:t>
              </a:r>
              <a:endParaRPr lang="en-US" sz="1200"/>
            </a:p>
          </p:txBody>
        </p:sp>
        <p:sp>
          <p:nvSpPr>
            <p:cNvPr id="15" name="Shape 13"/>
            <p:cNvSpPr/>
            <p:nvPr/>
          </p:nvSpPr>
          <p:spPr>
            <a:xfrm>
              <a:off x="8095488" y="2133600"/>
              <a:ext cx="3474720" cy="2011680"/>
            </a:xfrm>
            <a:prstGeom prst="rect">
              <a:avLst/>
            </a:prstGeom>
            <a:solidFill>
              <a:srgbClr val="F0F7FA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6" name="Shape 14"/>
            <p:cNvSpPr/>
            <p:nvPr/>
          </p:nvSpPr>
          <p:spPr>
            <a:xfrm>
              <a:off x="8095488" y="2133600"/>
              <a:ext cx="3474720" cy="548640"/>
            </a:xfrm>
            <a:prstGeom prst="rect">
              <a:avLst/>
            </a:prstGeom>
            <a:solidFill>
              <a:srgbClr val="4285F4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17" name="Text 15"/>
            <p:cNvSpPr/>
            <p:nvPr/>
          </p:nvSpPr>
          <p:spPr>
            <a:xfrm>
              <a:off x="8095488" y="2157984"/>
              <a:ext cx="34747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>
                  <a:solidFill>
                    <a:srgbClr val="FFFFFF"/>
                  </a:solidFill>
                </a:rPr>
                <a:t>Google Forms</a:t>
              </a:r>
              <a:endParaRPr lang="en-US" sz="1600"/>
            </a:p>
          </p:txBody>
        </p:sp>
        <p:sp>
          <p:nvSpPr>
            <p:cNvPr id="18" name="Text 16"/>
            <p:cNvSpPr/>
            <p:nvPr/>
          </p:nvSpPr>
          <p:spPr>
            <a:xfrm>
              <a:off x="8095488" y="2743200"/>
              <a:ext cx="3474720" cy="463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b="1">
                  <a:solidFill>
                    <a:srgbClr val="0D2137"/>
                  </a:solidFill>
                </a:rPr>
                <a:t>Data Entry</a:t>
              </a:r>
              <a:endParaRPr lang="en-US" sz="1467"/>
            </a:p>
          </p:txBody>
        </p:sp>
        <p:sp>
          <p:nvSpPr>
            <p:cNvPr id="19" name="Text 17"/>
            <p:cNvSpPr/>
            <p:nvPr/>
          </p:nvSpPr>
          <p:spPr>
            <a:xfrm>
              <a:off x="8217408" y="3230880"/>
              <a:ext cx="323088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>
                  <a:solidFill>
                    <a:srgbClr val="64748B"/>
                  </a:solidFill>
                </a:rPr>
                <a:t>Structured onboarding form for case administrators</a:t>
              </a:r>
              <a:endParaRPr lang="en-US" sz="1200"/>
            </a:p>
          </p:txBody>
        </p:sp>
        <p:sp>
          <p:nvSpPr>
            <p:cNvPr id="20" name="Shape 18"/>
            <p:cNvSpPr/>
            <p:nvPr/>
          </p:nvSpPr>
          <p:spPr>
            <a:xfrm>
              <a:off x="2316480" y="4450080"/>
              <a:ext cx="3474720" cy="2011680"/>
            </a:xfrm>
            <a:prstGeom prst="rect">
              <a:avLst/>
            </a:prstGeom>
            <a:solidFill>
              <a:srgbClr val="F0F7FA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1" name="Shape 19"/>
            <p:cNvSpPr/>
            <p:nvPr/>
          </p:nvSpPr>
          <p:spPr>
            <a:xfrm>
              <a:off x="2316480" y="4450080"/>
              <a:ext cx="3474720" cy="548640"/>
            </a:xfrm>
            <a:prstGeom prst="rect">
              <a:avLst/>
            </a:prstGeom>
            <a:solidFill>
              <a:srgbClr val="02C39A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2" name="Text 20"/>
            <p:cNvSpPr/>
            <p:nvPr/>
          </p:nvSpPr>
          <p:spPr>
            <a:xfrm>
              <a:off x="2316480" y="4474464"/>
              <a:ext cx="34747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>
                  <a:solidFill>
                    <a:srgbClr val="FFFFFF"/>
                  </a:solidFill>
                </a:rPr>
                <a:t>Flask API</a:t>
              </a:r>
              <a:endParaRPr lang="en-US" sz="1600"/>
            </a:p>
          </p:txBody>
        </p:sp>
        <p:sp>
          <p:nvSpPr>
            <p:cNvPr id="23" name="Text 21"/>
            <p:cNvSpPr/>
            <p:nvPr/>
          </p:nvSpPr>
          <p:spPr>
            <a:xfrm>
              <a:off x="2316480" y="5059680"/>
              <a:ext cx="3474720" cy="463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b="1">
                  <a:solidFill>
                    <a:srgbClr val="0D2137"/>
                  </a:solidFill>
                </a:rPr>
                <a:t>Scoring Engine</a:t>
              </a:r>
              <a:endParaRPr lang="en-US" sz="1467"/>
            </a:p>
          </p:txBody>
        </p:sp>
        <p:sp>
          <p:nvSpPr>
            <p:cNvPr id="24" name="Text 22"/>
            <p:cNvSpPr/>
            <p:nvPr/>
          </p:nvSpPr>
          <p:spPr>
            <a:xfrm>
              <a:off x="2438400" y="5547360"/>
              <a:ext cx="323088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>
                  <a:solidFill>
                    <a:srgbClr val="64748B"/>
                  </a:solidFill>
                </a:rPr>
                <a:t>Python script that calculates composite match scores</a:t>
              </a:r>
              <a:endParaRPr lang="en-US" sz="1200"/>
            </a:p>
          </p:txBody>
        </p:sp>
        <p:sp>
          <p:nvSpPr>
            <p:cNvPr id="25" name="Shape 23"/>
            <p:cNvSpPr/>
            <p:nvPr/>
          </p:nvSpPr>
          <p:spPr>
            <a:xfrm>
              <a:off x="6120384" y="4450080"/>
              <a:ext cx="3474720" cy="2011680"/>
            </a:xfrm>
            <a:prstGeom prst="rect">
              <a:avLst/>
            </a:prstGeom>
            <a:solidFill>
              <a:srgbClr val="F0F7FA"/>
            </a:solidFill>
            <a:ln/>
            <a:effectLst>
              <a:outerShdw blurRad="1016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6" name="Shape 24"/>
            <p:cNvSpPr/>
            <p:nvPr/>
          </p:nvSpPr>
          <p:spPr>
            <a:xfrm>
              <a:off x="6120384" y="4450080"/>
              <a:ext cx="3474720" cy="548640"/>
            </a:xfrm>
            <a:prstGeom prst="rect">
              <a:avLst/>
            </a:prstGeom>
            <a:solidFill>
              <a:srgbClr val="34A853"/>
            </a:solidFill>
            <a:ln/>
          </p:spPr>
          <p:txBody>
            <a:bodyPr/>
            <a:lstStyle/>
            <a:p>
              <a:endParaRPr lang="en-IN" sz="2400"/>
            </a:p>
          </p:txBody>
        </p:sp>
        <p:sp>
          <p:nvSpPr>
            <p:cNvPr id="27" name="Text 25"/>
            <p:cNvSpPr/>
            <p:nvPr/>
          </p:nvSpPr>
          <p:spPr>
            <a:xfrm>
              <a:off x="6120384" y="4474464"/>
              <a:ext cx="34747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600" b="1">
                  <a:solidFill>
                    <a:srgbClr val="FFFFFF"/>
                  </a:solidFill>
                </a:rPr>
                <a:t>Google Maps API</a:t>
              </a:r>
              <a:endParaRPr lang="en-US" sz="1600"/>
            </a:p>
          </p:txBody>
        </p:sp>
        <p:sp>
          <p:nvSpPr>
            <p:cNvPr id="28" name="Text 26"/>
            <p:cNvSpPr/>
            <p:nvPr/>
          </p:nvSpPr>
          <p:spPr>
            <a:xfrm>
              <a:off x="6120384" y="5059680"/>
              <a:ext cx="3474720" cy="4632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467" b="1">
                  <a:solidFill>
                    <a:srgbClr val="0D2137"/>
                  </a:solidFill>
                </a:rPr>
                <a:t>Distance Calculation</a:t>
              </a:r>
              <a:endParaRPr lang="en-US" sz="1467"/>
            </a:p>
          </p:txBody>
        </p:sp>
        <p:sp>
          <p:nvSpPr>
            <p:cNvPr id="29" name="Text 27"/>
            <p:cNvSpPr/>
            <p:nvPr/>
          </p:nvSpPr>
          <p:spPr>
            <a:xfrm>
              <a:off x="6242304" y="5547360"/>
              <a:ext cx="3230880" cy="792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1200">
                  <a:solidFill>
                    <a:srgbClr val="64748B"/>
                  </a:solidFill>
                </a:rPr>
                <a:t>Real driving distance &amp; duration per coach-client pair</a:t>
              </a:r>
              <a:endParaRPr lang="en-US" sz="1200"/>
            </a:p>
          </p:txBody>
        </p:sp>
        <p:sp>
          <p:nvSpPr>
            <p:cNvPr id="30" name="Date Placeholder 4">
              <a:extLst>
                <a:ext uri="{FF2B5EF4-FFF2-40B4-BE49-F238E27FC236}">
                  <a16:creationId xmlns:a16="http://schemas.microsoft.com/office/drawing/2014/main" id="{15AA8EAA-34EE-8E2B-5DDD-6C5CFE41587E}"/>
                </a:ext>
              </a:extLst>
            </p:cNvPr>
            <p:cNvSpPr txBox="1">
              <a:spLocks/>
            </p:cNvSpPr>
            <p:nvPr/>
          </p:nvSpPr>
          <p:spPr>
            <a:xfrm>
              <a:off x="62104" y="7504283"/>
              <a:ext cx="2302213" cy="213360"/>
            </a:xfrm>
            <a:prstGeom prst="rect">
              <a:avLst/>
            </a:prstGeom>
          </p:spPr>
          <p:txBody>
            <a:bodyPr/>
            <a:lstStyle>
              <a:defPPr>
                <a:defRPr lang="de-D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DE" sz="900" b="1"/>
                <a:t>28.05.2026</a:t>
              </a:r>
              <a:endParaRPr lang="de-CH" sz="900" b="1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4F2F8A73-98A3-E95C-2A15-BB2BEDF60017}"/>
              </a:ext>
            </a:extLst>
          </p:cNvPr>
          <p:cNvSpPr txBox="1"/>
          <p:nvPr/>
        </p:nvSpPr>
        <p:spPr>
          <a:xfrm>
            <a:off x="1763366" y="6581924"/>
            <a:ext cx="609437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err="1">
                <a:cs typeface="Arial"/>
              </a:rPr>
              <a:t>DigiBP</a:t>
            </a:r>
            <a:r>
              <a:rPr lang="en-US" sz="900" b="1">
                <a:cs typeface="Arial"/>
              </a:rPr>
              <a:t>/26SS_Tierpark_Bern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81E80C-FA29-FDE8-1DDB-1F1D998837BB}"/>
              </a:ext>
            </a:extLst>
          </p:cNvPr>
          <p:cNvSpPr txBox="1"/>
          <p:nvPr/>
        </p:nvSpPr>
        <p:spPr>
          <a:xfrm>
            <a:off x="476249" y="1566333"/>
            <a:ext cx="1097703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rgbClr val="0070C0"/>
                </a:solidFill>
                <a:cs typeface="Arial"/>
              </a:rPr>
              <a:t>We transformed a slow, opaque, manual process into a transparent, automated, and human-verified workflow - helping families get support faster.</a:t>
            </a:r>
          </a:p>
          <a:p>
            <a:pPr algn="l"/>
            <a:endParaRPr lang="en-US"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115824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>
                <a:solidFill>
                  <a:srgbClr val="0D2137"/>
                </a:solidFill>
              </a:rPr>
              <a:t>TO-BE: 6-Step Automated Workflow</a:t>
            </a:r>
            <a:endParaRPr lang="en-US" sz="3733"/>
          </a:p>
        </p:txBody>
      </p:sp>
      <p:sp>
        <p:nvSpPr>
          <p:cNvPr id="5" name="Shape 3"/>
          <p:cNvSpPr/>
          <p:nvPr/>
        </p:nvSpPr>
        <p:spPr>
          <a:xfrm>
            <a:off x="487680" y="2133600"/>
            <a:ext cx="3474720" cy="176784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6" name="Text 4"/>
          <p:cNvSpPr/>
          <p:nvPr/>
        </p:nvSpPr>
        <p:spPr>
          <a:xfrm>
            <a:off x="487680" y="2194560"/>
            <a:ext cx="347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>
                <a:solidFill>
                  <a:srgbClr val="FFFFFF"/>
                </a:solidFill>
              </a:rPr>
              <a:t>1</a:t>
            </a:r>
            <a:endParaRPr lang="en-US" sz="3467"/>
          </a:p>
        </p:txBody>
      </p:sp>
      <p:sp>
        <p:nvSpPr>
          <p:cNvPr id="7" name="Text 5"/>
          <p:cNvSpPr/>
          <p:nvPr/>
        </p:nvSpPr>
        <p:spPr>
          <a:xfrm>
            <a:off x="487680" y="286512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Enter Case Data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487680" y="337718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CADCFC"/>
                </a:solidFill>
              </a:rPr>
              <a:t>Google Form → DB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291584" y="2133600"/>
            <a:ext cx="3474720" cy="176784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10" name="Text 8"/>
          <p:cNvSpPr/>
          <p:nvPr/>
        </p:nvSpPr>
        <p:spPr>
          <a:xfrm>
            <a:off x="4291584" y="2194560"/>
            <a:ext cx="347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>
                <a:solidFill>
                  <a:srgbClr val="FFFFFF"/>
                </a:solidFill>
              </a:rPr>
              <a:t>2</a:t>
            </a:r>
            <a:endParaRPr lang="en-US" sz="3467"/>
          </a:p>
        </p:txBody>
      </p:sp>
      <p:sp>
        <p:nvSpPr>
          <p:cNvPr id="11" name="Text 9"/>
          <p:cNvSpPr/>
          <p:nvPr/>
        </p:nvSpPr>
        <p:spPr>
          <a:xfrm>
            <a:off x="4291584" y="286512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Auto-Score</a:t>
            </a:r>
            <a:endParaRPr lang="en-US" sz="1600"/>
          </a:p>
        </p:txBody>
      </p:sp>
      <p:sp>
        <p:nvSpPr>
          <p:cNvPr id="12" name="Text 10"/>
          <p:cNvSpPr/>
          <p:nvPr/>
        </p:nvSpPr>
        <p:spPr>
          <a:xfrm>
            <a:off x="4291584" y="337718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D1FAF0"/>
                </a:solidFill>
              </a:rPr>
              <a:t>Distance + Skills + Language + Capacity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8095488" y="2133600"/>
            <a:ext cx="3474720" cy="176784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14" name="Text 12"/>
          <p:cNvSpPr/>
          <p:nvPr/>
        </p:nvSpPr>
        <p:spPr>
          <a:xfrm>
            <a:off x="8095488" y="2194560"/>
            <a:ext cx="347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>
                <a:solidFill>
                  <a:srgbClr val="FFFFFF"/>
                </a:solidFill>
              </a:rPr>
              <a:t>3</a:t>
            </a:r>
            <a:endParaRPr lang="en-US" sz="3467"/>
          </a:p>
        </p:txBody>
      </p:sp>
      <p:sp>
        <p:nvSpPr>
          <p:cNvPr id="15" name="Text 13"/>
          <p:cNvSpPr/>
          <p:nvPr/>
        </p:nvSpPr>
        <p:spPr>
          <a:xfrm>
            <a:off x="8095488" y="286512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Review Shortlist</a:t>
            </a:r>
            <a:endParaRPr lang="en-US" sz="1600"/>
          </a:p>
        </p:txBody>
      </p:sp>
      <p:sp>
        <p:nvSpPr>
          <p:cNvPr id="16" name="Text 14"/>
          <p:cNvSpPr/>
          <p:nvPr/>
        </p:nvSpPr>
        <p:spPr>
          <a:xfrm>
            <a:off x="8095488" y="337718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CADCFC"/>
                </a:solidFill>
              </a:rPr>
              <a:t>Admin checks top matches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487680" y="4206240"/>
            <a:ext cx="3474720" cy="176784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18" name="Text 16"/>
          <p:cNvSpPr/>
          <p:nvPr/>
        </p:nvSpPr>
        <p:spPr>
          <a:xfrm>
            <a:off x="487680" y="4267200"/>
            <a:ext cx="347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>
                <a:solidFill>
                  <a:srgbClr val="FFFFFF"/>
                </a:solidFill>
              </a:rPr>
              <a:t>4</a:t>
            </a:r>
            <a:endParaRPr lang="en-US" sz="3467"/>
          </a:p>
        </p:txBody>
      </p:sp>
      <p:sp>
        <p:nvSpPr>
          <p:cNvPr id="19" name="Text 17"/>
          <p:cNvSpPr/>
          <p:nvPr/>
        </p:nvSpPr>
        <p:spPr>
          <a:xfrm>
            <a:off x="487680" y="493776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Soft Factor Eval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487680" y="544982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D1FAF0"/>
                </a:solidFill>
              </a:rPr>
              <a:t>DMN decision logic applied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4291584" y="4206240"/>
            <a:ext cx="3474720" cy="176784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22" name="Text 20"/>
          <p:cNvSpPr/>
          <p:nvPr/>
        </p:nvSpPr>
        <p:spPr>
          <a:xfrm>
            <a:off x="4291584" y="4267200"/>
            <a:ext cx="347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>
                <a:solidFill>
                  <a:srgbClr val="FFFFFF"/>
                </a:solidFill>
              </a:rPr>
              <a:t>5</a:t>
            </a:r>
            <a:endParaRPr lang="en-US" sz="3467"/>
          </a:p>
        </p:txBody>
      </p:sp>
      <p:sp>
        <p:nvSpPr>
          <p:cNvPr id="23" name="Text 21"/>
          <p:cNvSpPr/>
          <p:nvPr/>
        </p:nvSpPr>
        <p:spPr>
          <a:xfrm>
            <a:off x="4291584" y="493776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Coach Review</a:t>
            </a:r>
            <a:endParaRPr lang="en-US" sz="1600"/>
          </a:p>
        </p:txBody>
      </p:sp>
      <p:sp>
        <p:nvSpPr>
          <p:cNvPr id="24" name="Text 22"/>
          <p:cNvSpPr/>
          <p:nvPr/>
        </p:nvSpPr>
        <p:spPr>
          <a:xfrm>
            <a:off x="4291584" y="544982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CADCFC"/>
                </a:solidFill>
              </a:rPr>
              <a:t>Case Coach approves or loops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8095488" y="4206240"/>
            <a:ext cx="3474720" cy="1767840"/>
          </a:xfrm>
          <a:prstGeom prst="rect">
            <a:avLst/>
          </a:prstGeom>
          <a:solidFill>
            <a:srgbClr val="02C39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26" name="Text 24"/>
          <p:cNvSpPr/>
          <p:nvPr/>
        </p:nvSpPr>
        <p:spPr>
          <a:xfrm>
            <a:off x="8095488" y="4267200"/>
            <a:ext cx="347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467" b="1">
                <a:solidFill>
                  <a:srgbClr val="FFFFFF"/>
                </a:solidFill>
              </a:rPr>
              <a:t>6</a:t>
            </a:r>
            <a:endParaRPr lang="en-US" sz="3467"/>
          </a:p>
        </p:txBody>
      </p:sp>
      <p:sp>
        <p:nvSpPr>
          <p:cNvPr id="27" name="Text 25"/>
          <p:cNvSpPr/>
          <p:nvPr/>
        </p:nvSpPr>
        <p:spPr>
          <a:xfrm>
            <a:off x="8095488" y="4937760"/>
            <a:ext cx="3474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Client Notified</a:t>
            </a:r>
            <a:endParaRPr lang="en-US" sz="1600"/>
          </a:p>
        </p:txBody>
      </p:sp>
      <p:sp>
        <p:nvSpPr>
          <p:cNvPr id="28" name="Text 26"/>
          <p:cNvSpPr/>
          <p:nvPr/>
        </p:nvSpPr>
        <p:spPr>
          <a:xfrm>
            <a:off x="8095488" y="5449824"/>
            <a:ext cx="347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>
                <a:solidFill>
                  <a:srgbClr val="D1FAF0"/>
                </a:solidFill>
              </a:rPr>
              <a:t>Automated email sent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8534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00" b="1">
                <a:cs typeface="Arial"/>
              </a:rPr>
              <a:t>Value added by Our TO-BE Process</a:t>
            </a:r>
          </a:p>
        </p:txBody>
      </p:sp>
      <p:sp>
        <p:nvSpPr>
          <p:cNvPr id="4" name="Shape 2"/>
          <p:cNvSpPr/>
          <p:nvPr/>
        </p:nvSpPr>
        <p:spPr>
          <a:xfrm>
            <a:off x="487680" y="2011680"/>
            <a:ext cx="5120640" cy="426720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5" name="Shape 3"/>
          <p:cNvSpPr/>
          <p:nvPr/>
        </p:nvSpPr>
        <p:spPr>
          <a:xfrm>
            <a:off x="487680" y="2011680"/>
            <a:ext cx="5120640" cy="670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6" name="Text 4"/>
          <p:cNvSpPr/>
          <p:nvPr/>
        </p:nvSpPr>
        <p:spPr>
          <a:xfrm>
            <a:off x="670560" y="2036064"/>
            <a:ext cx="487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</a:rPr>
              <a:t>01 - Composite Scoring Engine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670560" y="28041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50">
                <a:solidFill>
                  <a:srgbClr val="CADCFC"/>
                </a:solidFill>
              </a:rPr>
              <a:t>A custom Python Flask API evaluates every possible case–coach pair simultaneously.
</a:t>
            </a:r>
            <a:r>
              <a:rPr lang="en-US" sz="1450" b="1">
                <a:solidFill>
                  <a:srgbClr val="CADCFC"/>
                </a:solidFill>
              </a:rPr>
              <a:t>Language · Skills · Capacity · Travel Time
</a:t>
            </a:r>
            <a:r>
              <a:rPr lang="en-US" sz="1450">
                <a:solidFill>
                  <a:srgbClr val="CADCFC"/>
                </a:solidFill>
              </a:rPr>
              <a:t>Each dimension gets a sub-score. The total composite score ranks coaches objectively, no gut feeling involved.</a:t>
            </a:r>
            <a:endParaRPr lang="en-US" sz="1450"/>
          </a:p>
        </p:txBody>
      </p:sp>
      <p:sp>
        <p:nvSpPr>
          <p:cNvPr id="8" name="Shape 6"/>
          <p:cNvSpPr/>
          <p:nvPr/>
        </p:nvSpPr>
        <p:spPr>
          <a:xfrm>
            <a:off x="6583680" y="2011680"/>
            <a:ext cx="5120640" cy="4267200"/>
          </a:xfrm>
          <a:prstGeom prst="rect">
            <a:avLst/>
          </a:prstGeom>
          <a:solidFill>
            <a:srgbClr val="065A82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9" name="Shape 7"/>
          <p:cNvSpPr/>
          <p:nvPr/>
        </p:nvSpPr>
        <p:spPr>
          <a:xfrm>
            <a:off x="6583680" y="2011680"/>
            <a:ext cx="5120640" cy="670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3200"/>
          </a:p>
        </p:txBody>
      </p:sp>
      <p:sp>
        <p:nvSpPr>
          <p:cNvPr id="10" name="Text 8"/>
          <p:cNvSpPr/>
          <p:nvPr/>
        </p:nvSpPr>
        <p:spPr>
          <a:xfrm>
            <a:off x="6766560" y="2036064"/>
            <a:ext cx="4876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solidFill>
                  <a:srgbClr val="FFFFFF"/>
                </a:solidFill>
              </a:rPr>
              <a:t>02 -</a:t>
            </a:r>
            <a:r>
              <a:rPr lang="en-US" sz="1600" b="1">
                <a:solidFill>
                  <a:srgbClr val="FFFFFF"/>
                </a:solidFill>
                <a:ea typeface="+mn-lt"/>
                <a:cs typeface="+mn-lt"/>
              </a:rPr>
              <a:t> </a:t>
            </a:r>
            <a:r>
              <a:rPr lang="en-US" sz="1600">
                <a:solidFill>
                  <a:srgbClr val="FFFFFF"/>
                </a:solidFill>
                <a:ea typeface="+mn-lt"/>
                <a:cs typeface="+mn-lt"/>
              </a:rPr>
              <a:t>Human Judgement Supported by Automation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6766560" y="280416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50">
                <a:solidFill>
                  <a:srgbClr val="D1FAF0"/>
                </a:solidFill>
                <a:ea typeface="+mn-lt"/>
                <a:cs typeface="+mn-lt"/>
              </a:rPr>
              <a:t>It recommends the best coach based on objective data, but the Case Coach still reviews the match before allocation.</a:t>
            </a:r>
            <a:endParaRPr lang="en-US"/>
          </a:p>
          <a:p>
            <a:endParaRPr lang="en-US"/>
          </a:p>
          <a:p>
            <a:r>
              <a:rPr lang="en-US" sz="1450">
                <a:solidFill>
                  <a:srgbClr val="D1FAF0"/>
                </a:solidFill>
                <a:ea typeface="+mn-lt"/>
                <a:cs typeface="+mn-lt"/>
              </a:rPr>
              <a:t>The human review adds professional judgement.</a:t>
            </a:r>
            <a:endParaRPr lang="en-US" sz="1450">
              <a:solidFill>
                <a:srgbClr val="D1FAF0"/>
              </a:solidFill>
              <a:cs typeface="Arial"/>
            </a:endParaRPr>
          </a:p>
          <a:p>
            <a:endParaRPr lang="en-US"/>
          </a:p>
          <a:p>
            <a:r>
              <a:rPr lang="en-US" sz="1450">
                <a:solidFill>
                  <a:srgbClr val="D1FAF0"/>
                </a:solidFill>
                <a:ea typeface="+mn-lt"/>
                <a:cs typeface="+mn-lt"/>
              </a:rPr>
              <a:t>Automation supports the decision, it does not replace the human.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87680" y="1158240"/>
            <a:ext cx="1097280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00" b="1">
                <a:solidFill>
                  <a:srgbClr val="0D2137"/>
                </a:solidFill>
              </a:rPr>
              <a:t>ROADMAP- From Prototype to Production</a:t>
            </a:r>
            <a:endParaRPr lang="en-US" sz="3700"/>
          </a:p>
        </p:txBody>
      </p:sp>
      <p:sp>
        <p:nvSpPr>
          <p:cNvPr id="5" name="Shape 3"/>
          <p:cNvSpPr/>
          <p:nvPr/>
        </p:nvSpPr>
        <p:spPr>
          <a:xfrm>
            <a:off x="487680" y="2133600"/>
            <a:ext cx="3474720" cy="426720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6" name="Shape 4"/>
          <p:cNvSpPr/>
          <p:nvPr/>
        </p:nvSpPr>
        <p:spPr>
          <a:xfrm>
            <a:off x="487680" y="2133600"/>
            <a:ext cx="3474720" cy="67056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487680" y="2133600"/>
            <a:ext cx="347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</a:rPr>
              <a:t>Now</a:t>
            </a:r>
            <a:endParaRPr lang="en-US" sz="1867"/>
          </a:p>
        </p:txBody>
      </p:sp>
      <p:sp>
        <p:nvSpPr>
          <p:cNvPr id="8" name="Text 6"/>
          <p:cNvSpPr/>
          <p:nvPr/>
        </p:nvSpPr>
        <p:spPr>
          <a:xfrm>
            <a:off x="670560" y="290169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67">
                <a:solidFill>
                  <a:srgbClr val="0D2137"/>
                </a:solidFill>
              </a:rPr>
              <a:t>Google Sheets as lightweight DB</a:t>
            </a:r>
            <a:endParaRPr lang="en-US" sz="1467"/>
          </a:p>
        </p:txBody>
      </p:sp>
      <p:sp>
        <p:nvSpPr>
          <p:cNvPr id="9" name="Text 7"/>
          <p:cNvSpPr/>
          <p:nvPr/>
        </p:nvSpPr>
        <p:spPr>
          <a:xfrm>
            <a:off x="670560" y="387705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67">
                <a:solidFill>
                  <a:srgbClr val="0D2137"/>
                </a:solidFill>
              </a:rPr>
              <a:t>Flask API on dev hosting</a:t>
            </a:r>
            <a:endParaRPr lang="en-US" sz="1467"/>
          </a:p>
        </p:txBody>
      </p:sp>
      <p:sp>
        <p:nvSpPr>
          <p:cNvPr id="10" name="Text 8"/>
          <p:cNvSpPr/>
          <p:nvPr/>
        </p:nvSpPr>
        <p:spPr>
          <a:xfrm>
            <a:off x="670560" y="485241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67">
                <a:solidFill>
                  <a:srgbClr val="0D2137"/>
                </a:solidFill>
              </a:rPr>
              <a:t>Rule-based scoring logic</a:t>
            </a:r>
            <a:endParaRPr lang="en-US" sz="1467"/>
          </a:p>
        </p:txBody>
      </p:sp>
      <p:sp>
        <p:nvSpPr>
          <p:cNvPr id="11" name="Shape 9"/>
          <p:cNvSpPr/>
          <p:nvPr/>
        </p:nvSpPr>
        <p:spPr>
          <a:xfrm>
            <a:off x="4291584" y="2133600"/>
            <a:ext cx="3474720" cy="426720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2" name="Shape 10"/>
          <p:cNvSpPr/>
          <p:nvPr/>
        </p:nvSpPr>
        <p:spPr>
          <a:xfrm>
            <a:off x="4291584" y="2133600"/>
            <a:ext cx="3474720" cy="6705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4291584" y="2133600"/>
            <a:ext cx="347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</a:rPr>
              <a:t>Next</a:t>
            </a:r>
            <a:endParaRPr lang="en-US" sz="1867"/>
          </a:p>
        </p:txBody>
      </p:sp>
      <p:sp>
        <p:nvSpPr>
          <p:cNvPr id="14" name="Text 12"/>
          <p:cNvSpPr/>
          <p:nvPr/>
        </p:nvSpPr>
        <p:spPr>
          <a:xfrm>
            <a:off x="4474464" y="290169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67">
                <a:solidFill>
                  <a:srgbClr val="0D2137"/>
                </a:solidFill>
              </a:rPr>
              <a:t>Migrate to relational DB (PostgreSQL)</a:t>
            </a:r>
            <a:endParaRPr lang="en-US" sz="1467"/>
          </a:p>
        </p:txBody>
      </p:sp>
      <p:sp>
        <p:nvSpPr>
          <p:cNvPr id="15" name="Text 13"/>
          <p:cNvSpPr/>
          <p:nvPr/>
        </p:nvSpPr>
        <p:spPr>
          <a:xfrm>
            <a:off x="4474464" y="387705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67">
                <a:solidFill>
                  <a:srgbClr val="0D2137"/>
                </a:solidFill>
              </a:rPr>
              <a:t>Stable cloud API deployment</a:t>
            </a:r>
            <a:endParaRPr lang="en-US" sz="1467"/>
          </a:p>
        </p:txBody>
      </p:sp>
      <p:sp>
        <p:nvSpPr>
          <p:cNvPr id="16" name="Text 14"/>
          <p:cNvSpPr/>
          <p:nvPr/>
        </p:nvSpPr>
        <p:spPr>
          <a:xfrm>
            <a:off x="4474464" y="485241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67">
                <a:solidFill>
                  <a:srgbClr val="0D2137"/>
                </a:solidFill>
              </a:rPr>
              <a:t>Weighted scoring configuration</a:t>
            </a:r>
            <a:endParaRPr lang="en-US" sz="1467"/>
          </a:p>
        </p:txBody>
      </p:sp>
      <p:sp>
        <p:nvSpPr>
          <p:cNvPr id="17" name="Shape 15"/>
          <p:cNvSpPr/>
          <p:nvPr/>
        </p:nvSpPr>
        <p:spPr>
          <a:xfrm>
            <a:off x="8095488" y="2133600"/>
            <a:ext cx="3474720" cy="4267200"/>
          </a:xfrm>
          <a:prstGeom prst="rect">
            <a:avLst/>
          </a:prstGeom>
          <a:solidFill>
            <a:srgbClr val="F0F7FA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sz="2400"/>
          </a:p>
        </p:txBody>
      </p:sp>
      <p:sp>
        <p:nvSpPr>
          <p:cNvPr id="18" name="Shape 16"/>
          <p:cNvSpPr/>
          <p:nvPr/>
        </p:nvSpPr>
        <p:spPr>
          <a:xfrm>
            <a:off x="8095488" y="2133600"/>
            <a:ext cx="3474720" cy="67056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8095488" y="2133600"/>
            <a:ext cx="347472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>
                <a:solidFill>
                  <a:srgbClr val="FFFFFF"/>
                </a:solidFill>
              </a:rPr>
              <a:t>Future</a:t>
            </a:r>
            <a:endParaRPr lang="en-US" sz="1867"/>
          </a:p>
        </p:txBody>
      </p:sp>
      <p:sp>
        <p:nvSpPr>
          <p:cNvPr id="20" name="Text 18"/>
          <p:cNvSpPr/>
          <p:nvPr/>
        </p:nvSpPr>
        <p:spPr>
          <a:xfrm>
            <a:off x="8278368" y="290169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67">
                <a:solidFill>
                  <a:srgbClr val="0D2137"/>
                </a:solidFill>
              </a:rPr>
              <a:t>ML-based coach recommendation</a:t>
            </a:r>
            <a:endParaRPr lang="en-US" sz="1467"/>
          </a:p>
        </p:txBody>
      </p:sp>
      <p:sp>
        <p:nvSpPr>
          <p:cNvPr id="21" name="Text 19"/>
          <p:cNvSpPr/>
          <p:nvPr/>
        </p:nvSpPr>
        <p:spPr>
          <a:xfrm>
            <a:off x="8278368" y="387705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67">
                <a:solidFill>
                  <a:srgbClr val="0D2137"/>
                </a:solidFill>
              </a:rPr>
              <a:t>Coach availability calendar integration</a:t>
            </a:r>
            <a:endParaRPr lang="en-US" sz="1467"/>
          </a:p>
        </p:txBody>
      </p:sp>
      <p:sp>
        <p:nvSpPr>
          <p:cNvPr id="22" name="Text 20"/>
          <p:cNvSpPr/>
          <p:nvPr/>
        </p:nvSpPr>
        <p:spPr>
          <a:xfrm>
            <a:off x="8278368" y="4852416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467">
                <a:solidFill>
                  <a:srgbClr val="0D2137"/>
                </a:solidFill>
              </a:rPr>
              <a:t>Mobile app for coaches</a:t>
            </a:r>
            <a:endParaRPr lang="en-US" sz="1467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8639-AA72-2676-53FA-7C4626BE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A4E7E-DBA4-E394-A521-686C385C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19100" y="6620400"/>
            <a:ext cx="1188000" cy="144016"/>
          </a:xfrm>
        </p:spPr>
        <p:txBody>
          <a:bodyPr vert="horz" lIns="0" tIns="0" rIns="0" bIns="0" rtlCol="0" anchor="t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de-DE"/>
              <a:t>28.05.2026</a:t>
            </a:r>
            <a:endParaRPr lang="de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B9A1BF-E106-30FE-6685-7D3543B97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67508" y="6620400"/>
            <a:ext cx="8100000" cy="144016"/>
          </a:xfrm>
        </p:spPr>
        <p:txBody>
          <a:bodyPr vert="horz" lIns="0" tIns="0" rIns="0" bIns="0" rtlCol="0" anchor="t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/>
              <a:t>DigiBP/26SS_Tierpark_Bern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67FF7-5AE3-3D05-5AF5-F9D22C832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0596" y="6620400"/>
            <a:ext cx="376710" cy="144016"/>
          </a:xfrm>
        </p:spPr>
        <p:txBody>
          <a:bodyPr vert="horz" lIns="0" tIns="0" rIns="0" bIns="0" rtlCol="0" anchor="t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42AD375-037F-43D0-B059-5172DA06796A}" type="slidenum">
              <a:rPr lang="de-CH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de-CH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E30194-460E-27D8-907E-CAAA4BD63D61}"/>
              </a:ext>
            </a:extLst>
          </p:cNvPr>
          <p:cNvGrpSpPr/>
          <p:nvPr/>
        </p:nvGrpSpPr>
        <p:grpSpPr>
          <a:xfrm>
            <a:off x="1357905" y="1481667"/>
            <a:ext cx="9465616" cy="4540250"/>
            <a:chOff x="2881905" y="1195917"/>
            <a:chExt cx="7401866" cy="4191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0565B83-5610-F2A1-1297-6B171B64ED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-569" r="427"/>
            <a:stretch>
              <a:fillRect/>
            </a:stretch>
          </p:blipFill>
          <p:spPr>
            <a:xfrm>
              <a:off x="2881905" y="1195917"/>
              <a:ext cx="7401866" cy="4191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BAE7C82-6C18-E50B-3280-761FE5C298BA}"/>
                </a:ext>
              </a:extLst>
            </p:cNvPr>
            <p:cNvSpPr txBox="1"/>
            <p:nvPr/>
          </p:nvSpPr>
          <p:spPr>
            <a:xfrm>
              <a:off x="3238499" y="2614083"/>
              <a:ext cx="3227915" cy="55399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0" tIns="0" rIns="0" bIns="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3600" b="1">
                  <a:cs typeface="Arial"/>
                </a:rPr>
                <a:t>THANK YOU</a:t>
              </a:r>
              <a:endParaRPr lang="en-US" sz="3600" b="1"/>
            </a:p>
          </p:txBody>
        </p:sp>
      </p:grpSp>
    </p:spTree>
    <p:extLst>
      <p:ext uri="{BB962C8B-B14F-4D97-AF65-F5344CB8AC3E}">
        <p14:creationId xmlns:p14="http://schemas.microsoft.com/office/powerpoint/2010/main" val="492553953"/>
      </p:ext>
    </p:extLst>
  </p:cSld>
  <p:clrMapOvr>
    <a:masterClrMapping/>
  </p:clrMapOvr>
</p:sld>
</file>

<file path=ppt/theme/theme1.xml><?xml version="1.0" encoding="utf-8"?>
<a:theme xmlns:a="http://schemas.openxmlformats.org/drawingml/2006/main" name="FHNW">
  <a:themeElements>
    <a:clrScheme name="Office-Stand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HSW-16x9-EN.potx" id="{B96421F6-3DF6-4691-AACE-4AABE20FB51B}" vid="{140113F6-E5CB-4363-8F1A-35075D464D8D}"/>
    </a:ext>
  </a:extLst>
</a:theme>
</file>

<file path=ppt/theme/theme2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achhochschule Nordwestschweiz">
      <a:dk1>
        <a:sysClr val="windowText" lastClr="000000"/>
      </a:dk1>
      <a:lt1>
        <a:sysClr val="window" lastClr="FFFFFF"/>
      </a:lt1>
      <a:dk2>
        <a:srgbClr val="4B4B4B"/>
      </a:dk2>
      <a:lt2>
        <a:srgbClr val="B9B9B9"/>
      </a:lt2>
      <a:accent1>
        <a:srgbClr val="FDE70E"/>
      </a:accent1>
      <a:accent2>
        <a:srgbClr val="FCB310"/>
      </a:accent2>
      <a:accent3>
        <a:srgbClr val="C70101"/>
      </a:accent3>
      <a:accent4>
        <a:srgbClr val="EF039B"/>
      </a:accent4>
      <a:accent5>
        <a:srgbClr val="0E75FE"/>
      </a:accent5>
      <a:accent6>
        <a:srgbClr val="58C507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2ED5A2B-AA98-4E20-9ECF-6054E5AD6D36}">
  <we:reference id="ea375709-5511-4a7d-9ad9-0150d03e7fbe" version="3.4.0.0" store="EXCatalog" storeType="EXCatalog"/>
  <we:alternateReferences>
    <we:reference id="WA104380602" version="3.4.0.0" store="de-CH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A67CC463B38F44C9785A23246A29E91" ma:contentTypeVersion="3" ma:contentTypeDescription="Ein neues Dokument erstellen." ma:contentTypeScope="" ma:versionID="2f62eb9cb6115c6f23c74375c378d3f7">
  <xsd:schema xmlns:xsd="http://www.w3.org/2001/XMLSchema" xmlns:xs="http://www.w3.org/2001/XMLSchema" xmlns:p="http://schemas.microsoft.com/office/2006/metadata/properties" xmlns:ns2="43d17443-ff82-45a2-a104-fb8748d38683" targetNamespace="http://schemas.microsoft.com/office/2006/metadata/properties" ma:root="true" ma:fieldsID="8cd7eefe2bd499d6611e079cede59dd6" ns2:_="">
    <xsd:import namespace="43d17443-ff82-45a2-a104-fb8748d386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d17443-ff82-45a2-a104-fb8748d3868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B6B7BE2-63AD-4C37-AC44-F0E4FC348E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626B806-0237-4942-A1FD-5C97285908C2}">
  <ds:schemaRefs>
    <ds:schemaRef ds:uri="http://purl.org/dc/elements/1.1/"/>
    <ds:schemaRef ds:uri="http://schemas.openxmlformats.org/package/2006/metadata/core-properties"/>
    <ds:schemaRef ds:uri="http://www.w3.org/XML/1998/namespace"/>
    <ds:schemaRef ds:uri="43d17443-ff82-45a2-a104-fb8748d38683"/>
    <ds:schemaRef ds:uri="http://schemas.microsoft.com/office/2006/documentManagement/types"/>
    <ds:schemaRef ds:uri="http://purl.org/dc/terms/"/>
    <ds:schemaRef ds:uri="http://schemas.microsoft.com/office/2006/metadata/properties"/>
    <ds:schemaRef ds:uri="http://purl.org/dc/dcmitype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8FD70F4-8E45-4441-B17B-A8A3B55D9A4E}">
  <ds:schemaRefs>
    <ds:schemaRef ds:uri="43d17443-ff82-45a2-a104-fb8748d386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HSW-16x9-EN</Template>
  <TotalTime>0</TotalTime>
  <Words>846</Words>
  <Application>Microsoft Office PowerPoint</Application>
  <PresentationFormat>Widescreen</PresentationFormat>
  <Paragraphs>135</Paragraphs>
  <Slides>11</Slides>
  <Notes>10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FHNW</vt:lpstr>
      <vt:lpstr>CHANGEKULTUR – CASE ALLOCATION 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Maja Spahic</dc:creator>
  <dc:description/>
  <cp:lastModifiedBy>Cedric Iseli (s)</cp:lastModifiedBy>
  <cp:revision>7</cp:revision>
  <dcterms:created xsi:type="dcterms:W3CDTF">2024-09-25T07:49:57Z</dcterms:created>
  <dcterms:modified xsi:type="dcterms:W3CDTF">2026-05-27T17:20:50Z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0x0101002A67CC463B38F44C9785A23246A29E91</vt:lpwstr>
  </property>
  <property fmtid="{D5CDD505-2E9C-101B-9397-08002B2CF9AE}" pid="3" name="MediaServiceImageTags">
    <vt:lpwstr/>
  </property>
</Properties>
</file>